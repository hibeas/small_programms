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57" r:id="rId3"/>
    <p:sldId id="260" r:id="rId4"/>
    <p:sldId id="261" r:id="rId5"/>
    <p:sldId id="267" r:id="rId6"/>
    <p:sldId id="275" r:id="rId7"/>
    <p:sldId id="268"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fontAlgn="base">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p:clrMru>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9" autoAdjust="0"/>
    <p:restoredTop sz="86467" autoAdjust="0"/>
  </p:normalViewPr>
  <p:slideViewPr>
    <p:cSldViewPr>
      <p:cViewPr varScale="1">
        <p:scale>
          <a:sx n="93" d="100"/>
          <a:sy n="93" d="100"/>
        </p:scale>
        <p:origin x="-234" y="-108"/>
      </p:cViewPr>
      <p:guideLst>
        <p:guide orient="horz" pos="2160"/>
        <p:guide pos="2880"/>
      </p:guideLst>
    </p:cSldViewPr>
  </p:slideViewPr>
  <p:outlineViewPr>
    <p:cViewPr>
      <p:scale>
        <a:sx n="33" d="100"/>
        <a:sy n="33" d="100"/>
      </p:scale>
      <p:origin x="0" y="783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478838" cy="6173788"/>
            <a:chOff x="0" y="0"/>
            <a:chExt cx="5341" cy="3889"/>
          </a:xfrm>
        </p:grpSpPr>
        <p:sp>
          <p:nvSpPr>
            <p:cNvPr id="5"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6"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7"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8"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grpSp>
      <p:sp>
        <p:nvSpPr>
          <p:cNvPr id="3079" name="Rectangle 7"/>
          <p:cNvSpPr>
            <a:spLocks noGrp="1" noChangeArrowheads="1"/>
          </p:cNvSpPr>
          <p:nvPr>
            <p:ph type="ctrTitle" sz="quarter"/>
          </p:nvPr>
        </p:nvSpPr>
        <p:spPr>
          <a:xfrm>
            <a:off x="685800" y="1143000"/>
            <a:ext cx="7772400" cy="1143000"/>
          </a:xfrm>
        </p:spPr>
        <p:txBody>
          <a:bodyPr/>
          <a:lstStyle>
            <a:lvl1pPr>
              <a:defRPr/>
            </a:lvl1pPr>
          </a:lstStyle>
          <a:p>
            <a:r>
              <a:rPr lang="pl-PL"/>
              <a:t>Kliknij, aby edytować styl wzorca tytułu</a:t>
            </a:r>
          </a:p>
        </p:txBody>
      </p:sp>
      <p:sp>
        <p:nvSpPr>
          <p:cNvPr id="3080" name="Rectangle 8"/>
          <p:cNvSpPr>
            <a:spLocks noGrp="1" noChangeArrowheads="1"/>
          </p:cNvSpPr>
          <p:nvPr>
            <p:ph type="subTitle" sz="quarter" idx="1"/>
          </p:nvPr>
        </p:nvSpPr>
        <p:spPr>
          <a:xfrm>
            <a:off x="1371600" y="2819400"/>
            <a:ext cx="6400800" cy="1752600"/>
          </a:xfrm>
          <a:ln w="9525">
            <a:headEnd/>
            <a:tailEnd/>
          </a:ln>
        </p:spPr>
        <p:txBody>
          <a:bodyPr lIns="92075" tIns="46038" rIns="92075" bIns="46038"/>
          <a:lstStyle>
            <a:lvl1pPr marL="0" indent="0" algn="ctr">
              <a:buFont typeface="Wingdings" pitchFamily="2" charset="2"/>
              <a:buNone/>
              <a:defRPr/>
            </a:lvl1pPr>
          </a:lstStyle>
          <a:p>
            <a:r>
              <a:rPr lang="pl-PL"/>
              <a:t>Kliknij, aby edytować styl wzorca podtytułu</a:t>
            </a:r>
          </a:p>
        </p:txBody>
      </p:sp>
      <p:sp>
        <p:nvSpPr>
          <p:cNvPr id="9" name="Rectangle 9"/>
          <p:cNvSpPr>
            <a:spLocks noGrp="1" noChangeArrowheads="1"/>
          </p:cNvSpPr>
          <p:nvPr>
            <p:ph type="dt" sz="quarter" idx="10"/>
          </p:nvPr>
        </p:nvSpPr>
        <p:spPr/>
        <p:txBody>
          <a:bodyPr/>
          <a:lstStyle>
            <a:lvl1pPr>
              <a:defRPr>
                <a:solidFill>
                  <a:srgbClr val="FFFFFF"/>
                </a:solidFill>
              </a:defRPr>
            </a:lvl1pPr>
          </a:lstStyle>
          <a:p>
            <a:pPr>
              <a:defRPr/>
            </a:pPr>
            <a:endParaRPr lang="pl-PL"/>
          </a:p>
        </p:txBody>
      </p:sp>
      <p:sp>
        <p:nvSpPr>
          <p:cNvPr id="10" name="Rectangle 10"/>
          <p:cNvSpPr>
            <a:spLocks noGrp="1" noChangeArrowheads="1"/>
          </p:cNvSpPr>
          <p:nvPr>
            <p:ph type="ftr" sz="quarter" idx="11"/>
          </p:nvPr>
        </p:nvSpPr>
        <p:spPr/>
        <p:txBody>
          <a:bodyPr/>
          <a:lstStyle>
            <a:lvl1pPr>
              <a:defRPr>
                <a:solidFill>
                  <a:srgbClr val="FFFFFF"/>
                </a:solidFill>
              </a:defRPr>
            </a:lvl1pPr>
          </a:lstStyle>
          <a:p>
            <a:pPr>
              <a:defRPr/>
            </a:pPr>
            <a:endParaRPr lang="pl-PL"/>
          </a:p>
        </p:txBody>
      </p:sp>
      <p:sp>
        <p:nvSpPr>
          <p:cNvPr id="11" name="Rectangle 11"/>
          <p:cNvSpPr>
            <a:spLocks noGrp="1" noChangeArrowheads="1"/>
          </p:cNvSpPr>
          <p:nvPr>
            <p:ph type="sldNum" sz="quarter" idx="12"/>
          </p:nvPr>
        </p:nvSpPr>
        <p:spPr/>
        <p:txBody>
          <a:bodyPr/>
          <a:lstStyle>
            <a:lvl1pPr>
              <a:defRPr>
                <a:solidFill>
                  <a:srgbClr val="FFFFFF"/>
                </a:solidFill>
              </a:defRPr>
            </a:lvl1pPr>
          </a:lstStyle>
          <a:p>
            <a:pPr>
              <a:defRPr/>
            </a:pPr>
            <a:fld id="{1C1549C2-8642-4865-9DB8-92B8192991B3}" type="slidenum">
              <a:rPr lang="pl-PL"/>
              <a:pPr>
                <a:defRPr/>
              </a:pPr>
              <a:t>‹#›</a:t>
            </a:fld>
            <a:endParaRPr lang="pl-P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mtClean="0"/>
              <a:t>Kliknij, aby edytować styl</a:t>
            </a:r>
            <a:endParaRPr lang="pl-PL"/>
          </a:p>
        </p:txBody>
      </p:sp>
      <p:sp>
        <p:nvSpPr>
          <p:cNvPr id="3" name="Symbol zastępczy zawartości 2"/>
          <p:cNvSpPr>
            <a:spLocks noGrp="1"/>
          </p:cNvSpPr>
          <p:nvPr>
            <p:ph idx="1"/>
          </p:nvPr>
        </p:nvSpPr>
        <p:spPr/>
        <p:txBody>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4" name="Rectangle 9"/>
          <p:cNvSpPr>
            <a:spLocks noGrp="1" noChangeArrowheads="1"/>
          </p:cNvSpPr>
          <p:nvPr>
            <p:ph type="dt" sz="half" idx="10"/>
          </p:nvPr>
        </p:nvSpPr>
        <p:spPr>
          <a:ln/>
        </p:spPr>
        <p:txBody>
          <a:bodyPr/>
          <a:lstStyle>
            <a:lvl1pPr>
              <a:defRPr/>
            </a:lvl1pPr>
          </a:lstStyle>
          <a:p>
            <a:pPr>
              <a:defRPr/>
            </a:pPr>
            <a:endParaRPr lang="pl-PL"/>
          </a:p>
        </p:txBody>
      </p:sp>
      <p:sp>
        <p:nvSpPr>
          <p:cNvPr id="5" name="Rectangle 10"/>
          <p:cNvSpPr>
            <a:spLocks noGrp="1" noChangeArrowheads="1"/>
          </p:cNvSpPr>
          <p:nvPr>
            <p:ph type="ftr" sz="quarter" idx="11"/>
          </p:nvPr>
        </p:nvSpPr>
        <p:spPr>
          <a:ln/>
        </p:spPr>
        <p:txBody>
          <a:bodyPr/>
          <a:lstStyle>
            <a:lvl1pPr>
              <a:defRPr/>
            </a:lvl1pPr>
          </a:lstStyle>
          <a:p>
            <a:pPr>
              <a:defRPr/>
            </a:pPr>
            <a:endParaRPr lang="pl-PL"/>
          </a:p>
        </p:txBody>
      </p:sp>
      <p:sp>
        <p:nvSpPr>
          <p:cNvPr id="6" name="Rectangle 11"/>
          <p:cNvSpPr>
            <a:spLocks noGrp="1" noChangeArrowheads="1"/>
          </p:cNvSpPr>
          <p:nvPr>
            <p:ph type="sldNum" sz="quarter" idx="12"/>
          </p:nvPr>
        </p:nvSpPr>
        <p:spPr>
          <a:ln/>
        </p:spPr>
        <p:txBody>
          <a:bodyPr/>
          <a:lstStyle>
            <a:lvl1pPr>
              <a:defRPr/>
            </a:lvl1pPr>
          </a:lstStyle>
          <a:p>
            <a:pPr>
              <a:defRPr/>
            </a:pPr>
            <a:fld id="{4E2D4888-F5FF-49A7-92C7-819C3364FEC3}" type="slidenum">
              <a:rPr lang="pl-PL"/>
              <a:pPr>
                <a:defRPr/>
              </a:pPr>
              <a:t>‹#›</a:t>
            </a:fld>
            <a:endParaRPr lang="pl-P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smtClean="0"/>
              <a:t>Kliknij, aby edytować styl</a:t>
            </a:r>
            <a:endParaRPr lang="pl-PL"/>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smtClean="0"/>
              <a:t>Kliknij, aby edytować style wzorca tekstu</a:t>
            </a:r>
          </a:p>
        </p:txBody>
      </p:sp>
      <p:sp>
        <p:nvSpPr>
          <p:cNvPr id="4" name="Rectangle 9"/>
          <p:cNvSpPr>
            <a:spLocks noGrp="1" noChangeArrowheads="1"/>
          </p:cNvSpPr>
          <p:nvPr>
            <p:ph type="dt" sz="half" idx="10"/>
          </p:nvPr>
        </p:nvSpPr>
        <p:spPr>
          <a:ln/>
        </p:spPr>
        <p:txBody>
          <a:bodyPr/>
          <a:lstStyle>
            <a:lvl1pPr>
              <a:defRPr/>
            </a:lvl1pPr>
          </a:lstStyle>
          <a:p>
            <a:pPr>
              <a:defRPr/>
            </a:pPr>
            <a:endParaRPr lang="pl-PL"/>
          </a:p>
        </p:txBody>
      </p:sp>
      <p:sp>
        <p:nvSpPr>
          <p:cNvPr id="5" name="Rectangle 10"/>
          <p:cNvSpPr>
            <a:spLocks noGrp="1" noChangeArrowheads="1"/>
          </p:cNvSpPr>
          <p:nvPr>
            <p:ph type="ftr" sz="quarter" idx="11"/>
          </p:nvPr>
        </p:nvSpPr>
        <p:spPr>
          <a:ln/>
        </p:spPr>
        <p:txBody>
          <a:bodyPr/>
          <a:lstStyle>
            <a:lvl1pPr>
              <a:defRPr/>
            </a:lvl1pPr>
          </a:lstStyle>
          <a:p>
            <a:pPr>
              <a:defRPr/>
            </a:pPr>
            <a:endParaRPr lang="pl-PL"/>
          </a:p>
        </p:txBody>
      </p:sp>
      <p:sp>
        <p:nvSpPr>
          <p:cNvPr id="6" name="Rectangle 11"/>
          <p:cNvSpPr>
            <a:spLocks noGrp="1" noChangeArrowheads="1"/>
          </p:cNvSpPr>
          <p:nvPr>
            <p:ph type="sldNum" sz="quarter" idx="12"/>
          </p:nvPr>
        </p:nvSpPr>
        <p:spPr>
          <a:ln/>
        </p:spPr>
        <p:txBody>
          <a:bodyPr/>
          <a:lstStyle>
            <a:lvl1pPr>
              <a:defRPr/>
            </a:lvl1pPr>
          </a:lstStyle>
          <a:p>
            <a:pPr>
              <a:defRPr/>
            </a:pPr>
            <a:fld id="{1A8FD877-B680-40F3-B09F-1D3CE4BA9E46}" type="slidenum">
              <a:rPr lang="pl-PL"/>
              <a:pPr>
                <a:defRPr/>
              </a:pPr>
              <a:t>‹#›</a:t>
            </a:fld>
            <a:endParaRPr lang="pl-P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mtClean="0"/>
              <a:t>Kliknij, aby edytować styl</a:t>
            </a:r>
            <a:endParaRPr lang="pl-PL"/>
          </a:p>
        </p:txBody>
      </p:sp>
      <p:sp>
        <p:nvSpPr>
          <p:cNvPr id="3" name="Symbol zastępczy zawartości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4" name="Symbol zastępczy zawartości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5" name="Rectangle 9"/>
          <p:cNvSpPr>
            <a:spLocks noGrp="1" noChangeArrowheads="1"/>
          </p:cNvSpPr>
          <p:nvPr>
            <p:ph type="dt" sz="half" idx="10"/>
          </p:nvPr>
        </p:nvSpPr>
        <p:spPr>
          <a:ln/>
        </p:spPr>
        <p:txBody>
          <a:bodyPr/>
          <a:lstStyle>
            <a:lvl1pPr>
              <a:defRPr/>
            </a:lvl1pPr>
          </a:lstStyle>
          <a:p>
            <a:pPr>
              <a:defRPr/>
            </a:pPr>
            <a:endParaRPr lang="pl-PL"/>
          </a:p>
        </p:txBody>
      </p:sp>
      <p:sp>
        <p:nvSpPr>
          <p:cNvPr id="6" name="Rectangle 10"/>
          <p:cNvSpPr>
            <a:spLocks noGrp="1" noChangeArrowheads="1"/>
          </p:cNvSpPr>
          <p:nvPr>
            <p:ph type="ftr" sz="quarter" idx="11"/>
          </p:nvPr>
        </p:nvSpPr>
        <p:spPr>
          <a:ln/>
        </p:spPr>
        <p:txBody>
          <a:bodyPr/>
          <a:lstStyle>
            <a:lvl1pPr>
              <a:defRPr/>
            </a:lvl1pPr>
          </a:lstStyle>
          <a:p>
            <a:pPr>
              <a:defRPr/>
            </a:pPr>
            <a:endParaRPr lang="pl-PL"/>
          </a:p>
        </p:txBody>
      </p:sp>
      <p:sp>
        <p:nvSpPr>
          <p:cNvPr id="7" name="Rectangle 11"/>
          <p:cNvSpPr>
            <a:spLocks noGrp="1" noChangeArrowheads="1"/>
          </p:cNvSpPr>
          <p:nvPr>
            <p:ph type="sldNum" sz="quarter" idx="12"/>
          </p:nvPr>
        </p:nvSpPr>
        <p:spPr>
          <a:ln/>
        </p:spPr>
        <p:txBody>
          <a:bodyPr/>
          <a:lstStyle>
            <a:lvl1pPr>
              <a:defRPr/>
            </a:lvl1pPr>
          </a:lstStyle>
          <a:p>
            <a:pPr>
              <a:defRPr/>
            </a:pPr>
            <a:fld id="{2A225590-3F04-47D6-8ECA-B3AB2D64CF45}" type="slidenum">
              <a:rPr lang="pl-PL"/>
              <a:pPr>
                <a:defRPr/>
              </a:pPr>
              <a:t>‹#›</a:t>
            </a:fld>
            <a:endParaRPr lang="pl-P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lvl1pPr>
              <a:defRPr/>
            </a:lvl1pPr>
          </a:lstStyle>
          <a:p>
            <a:r>
              <a:rPr lang="pl-PL" smtClean="0"/>
              <a:t>Kliknij, aby edytować styl</a:t>
            </a:r>
            <a:endParaRPr lang="pl-PL"/>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7" name="Rectangle 9"/>
          <p:cNvSpPr>
            <a:spLocks noGrp="1" noChangeArrowheads="1"/>
          </p:cNvSpPr>
          <p:nvPr>
            <p:ph type="dt" sz="half" idx="10"/>
          </p:nvPr>
        </p:nvSpPr>
        <p:spPr>
          <a:ln/>
        </p:spPr>
        <p:txBody>
          <a:bodyPr/>
          <a:lstStyle>
            <a:lvl1pPr>
              <a:defRPr/>
            </a:lvl1pPr>
          </a:lstStyle>
          <a:p>
            <a:pPr>
              <a:defRPr/>
            </a:pPr>
            <a:endParaRPr lang="pl-PL"/>
          </a:p>
        </p:txBody>
      </p:sp>
      <p:sp>
        <p:nvSpPr>
          <p:cNvPr id="8" name="Rectangle 10"/>
          <p:cNvSpPr>
            <a:spLocks noGrp="1" noChangeArrowheads="1"/>
          </p:cNvSpPr>
          <p:nvPr>
            <p:ph type="ftr" sz="quarter" idx="11"/>
          </p:nvPr>
        </p:nvSpPr>
        <p:spPr>
          <a:ln/>
        </p:spPr>
        <p:txBody>
          <a:bodyPr/>
          <a:lstStyle>
            <a:lvl1pPr>
              <a:defRPr/>
            </a:lvl1pPr>
          </a:lstStyle>
          <a:p>
            <a:pPr>
              <a:defRPr/>
            </a:pPr>
            <a:endParaRPr lang="pl-PL"/>
          </a:p>
        </p:txBody>
      </p:sp>
      <p:sp>
        <p:nvSpPr>
          <p:cNvPr id="9" name="Rectangle 11"/>
          <p:cNvSpPr>
            <a:spLocks noGrp="1" noChangeArrowheads="1"/>
          </p:cNvSpPr>
          <p:nvPr>
            <p:ph type="sldNum" sz="quarter" idx="12"/>
          </p:nvPr>
        </p:nvSpPr>
        <p:spPr>
          <a:ln/>
        </p:spPr>
        <p:txBody>
          <a:bodyPr/>
          <a:lstStyle>
            <a:lvl1pPr>
              <a:defRPr/>
            </a:lvl1pPr>
          </a:lstStyle>
          <a:p>
            <a:pPr>
              <a:defRPr/>
            </a:pPr>
            <a:fld id="{BDF574E7-B390-4AA1-82CD-F9D0394F4148}" type="slidenum">
              <a:rPr lang="pl-PL"/>
              <a:pPr>
                <a:defRPr/>
              </a:pPr>
              <a:t>‹#›</a:t>
            </a:fld>
            <a:endParaRPr lang="pl-P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mtClean="0"/>
              <a:t>Kliknij, aby edytować styl</a:t>
            </a:r>
            <a:endParaRPr lang="pl-PL"/>
          </a:p>
        </p:txBody>
      </p:sp>
      <p:sp>
        <p:nvSpPr>
          <p:cNvPr id="3" name="Rectangle 9"/>
          <p:cNvSpPr>
            <a:spLocks noGrp="1" noChangeArrowheads="1"/>
          </p:cNvSpPr>
          <p:nvPr>
            <p:ph type="dt" sz="half" idx="10"/>
          </p:nvPr>
        </p:nvSpPr>
        <p:spPr>
          <a:ln/>
        </p:spPr>
        <p:txBody>
          <a:bodyPr/>
          <a:lstStyle>
            <a:lvl1pPr>
              <a:defRPr/>
            </a:lvl1pPr>
          </a:lstStyle>
          <a:p>
            <a:pPr>
              <a:defRPr/>
            </a:pPr>
            <a:endParaRPr lang="pl-PL"/>
          </a:p>
        </p:txBody>
      </p:sp>
      <p:sp>
        <p:nvSpPr>
          <p:cNvPr id="4" name="Rectangle 10"/>
          <p:cNvSpPr>
            <a:spLocks noGrp="1" noChangeArrowheads="1"/>
          </p:cNvSpPr>
          <p:nvPr>
            <p:ph type="ftr" sz="quarter" idx="11"/>
          </p:nvPr>
        </p:nvSpPr>
        <p:spPr>
          <a:ln/>
        </p:spPr>
        <p:txBody>
          <a:bodyPr/>
          <a:lstStyle>
            <a:lvl1pPr>
              <a:defRPr/>
            </a:lvl1pPr>
          </a:lstStyle>
          <a:p>
            <a:pPr>
              <a:defRPr/>
            </a:pPr>
            <a:endParaRPr lang="pl-PL"/>
          </a:p>
        </p:txBody>
      </p:sp>
      <p:sp>
        <p:nvSpPr>
          <p:cNvPr id="5" name="Rectangle 11"/>
          <p:cNvSpPr>
            <a:spLocks noGrp="1" noChangeArrowheads="1"/>
          </p:cNvSpPr>
          <p:nvPr>
            <p:ph type="sldNum" sz="quarter" idx="12"/>
          </p:nvPr>
        </p:nvSpPr>
        <p:spPr>
          <a:ln/>
        </p:spPr>
        <p:txBody>
          <a:bodyPr/>
          <a:lstStyle>
            <a:lvl1pPr>
              <a:defRPr/>
            </a:lvl1pPr>
          </a:lstStyle>
          <a:p>
            <a:pPr>
              <a:defRPr/>
            </a:pPr>
            <a:fld id="{125CB012-E49D-441C-B081-EE71632223B6}" type="slidenum">
              <a:rPr lang="pl-PL"/>
              <a:pPr>
                <a:defRPr/>
              </a:pPr>
              <a:t>‹#›</a:t>
            </a:fld>
            <a:endParaRPr 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pl-PL"/>
          </a:p>
        </p:txBody>
      </p:sp>
      <p:sp>
        <p:nvSpPr>
          <p:cNvPr id="3" name="Rectangle 10"/>
          <p:cNvSpPr>
            <a:spLocks noGrp="1" noChangeArrowheads="1"/>
          </p:cNvSpPr>
          <p:nvPr>
            <p:ph type="ftr" sz="quarter" idx="11"/>
          </p:nvPr>
        </p:nvSpPr>
        <p:spPr>
          <a:ln/>
        </p:spPr>
        <p:txBody>
          <a:bodyPr/>
          <a:lstStyle>
            <a:lvl1pPr>
              <a:defRPr/>
            </a:lvl1pPr>
          </a:lstStyle>
          <a:p>
            <a:pPr>
              <a:defRPr/>
            </a:pPr>
            <a:endParaRPr lang="pl-PL"/>
          </a:p>
        </p:txBody>
      </p:sp>
      <p:sp>
        <p:nvSpPr>
          <p:cNvPr id="4" name="Rectangle 11"/>
          <p:cNvSpPr>
            <a:spLocks noGrp="1" noChangeArrowheads="1"/>
          </p:cNvSpPr>
          <p:nvPr>
            <p:ph type="sldNum" sz="quarter" idx="12"/>
          </p:nvPr>
        </p:nvSpPr>
        <p:spPr>
          <a:ln/>
        </p:spPr>
        <p:txBody>
          <a:bodyPr/>
          <a:lstStyle>
            <a:lvl1pPr>
              <a:defRPr/>
            </a:lvl1pPr>
          </a:lstStyle>
          <a:p>
            <a:pPr>
              <a:defRPr/>
            </a:pPr>
            <a:fld id="{0D71E2BD-5DE9-4F94-8AA3-7B07A822CFD4}" type="slidenum">
              <a:rPr lang="pl-PL"/>
              <a:pPr>
                <a:defRPr/>
              </a:pPr>
              <a:t>‹#›</a:t>
            </a:fld>
            <a:endParaRPr 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smtClean="0"/>
              <a:t>Kliknij, aby edytować styl</a:t>
            </a:r>
            <a:endParaRPr lang="pl-PL"/>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smtClean="0"/>
              <a:t>Kliknij, aby edytować style wzorca tekstu</a:t>
            </a:r>
          </a:p>
        </p:txBody>
      </p:sp>
      <p:sp>
        <p:nvSpPr>
          <p:cNvPr id="5" name="Rectangle 9"/>
          <p:cNvSpPr>
            <a:spLocks noGrp="1" noChangeArrowheads="1"/>
          </p:cNvSpPr>
          <p:nvPr>
            <p:ph type="dt" sz="half" idx="10"/>
          </p:nvPr>
        </p:nvSpPr>
        <p:spPr>
          <a:ln/>
        </p:spPr>
        <p:txBody>
          <a:bodyPr/>
          <a:lstStyle>
            <a:lvl1pPr>
              <a:defRPr/>
            </a:lvl1pPr>
          </a:lstStyle>
          <a:p>
            <a:pPr>
              <a:defRPr/>
            </a:pPr>
            <a:endParaRPr lang="pl-PL"/>
          </a:p>
        </p:txBody>
      </p:sp>
      <p:sp>
        <p:nvSpPr>
          <p:cNvPr id="6" name="Rectangle 10"/>
          <p:cNvSpPr>
            <a:spLocks noGrp="1" noChangeArrowheads="1"/>
          </p:cNvSpPr>
          <p:nvPr>
            <p:ph type="ftr" sz="quarter" idx="11"/>
          </p:nvPr>
        </p:nvSpPr>
        <p:spPr>
          <a:ln/>
        </p:spPr>
        <p:txBody>
          <a:bodyPr/>
          <a:lstStyle>
            <a:lvl1pPr>
              <a:defRPr/>
            </a:lvl1pPr>
          </a:lstStyle>
          <a:p>
            <a:pPr>
              <a:defRPr/>
            </a:pPr>
            <a:endParaRPr lang="pl-PL"/>
          </a:p>
        </p:txBody>
      </p:sp>
      <p:sp>
        <p:nvSpPr>
          <p:cNvPr id="7" name="Rectangle 11"/>
          <p:cNvSpPr>
            <a:spLocks noGrp="1" noChangeArrowheads="1"/>
          </p:cNvSpPr>
          <p:nvPr>
            <p:ph type="sldNum" sz="quarter" idx="12"/>
          </p:nvPr>
        </p:nvSpPr>
        <p:spPr>
          <a:ln/>
        </p:spPr>
        <p:txBody>
          <a:bodyPr/>
          <a:lstStyle>
            <a:lvl1pPr>
              <a:defRPr/>
            </a:lvl1pPr>
          </a:lstStyle>
          <a:p>
            <a:pPr>
              <a:defRPr/>
            </a:pPr>
            <a:fld id="{DF359063-2E48-4C46-B51B-E1A3F7C4B59E}" type="slidenum">
              <a:rPr lang="pl-PL"/>
              <a:pPr>
                <a:defRPr/>
              </a:pPr>
              <a:t>‹#›</a:t>
            </a:fld>
            <a:endParaRPr lang="pl-P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smtClean="0"/>
              <a:t>Kliknij, aby edytować styl</a:t>
            </a:r>
            <a:endParaRPr lang="pl-PL"/>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smtClean="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smtClean="0"/>
              <a:t>Kliknij, aby edytować style wzorca tekstu</a:t>
            </a:r>
          </a:p>
        </p:txBody>
      </p:sp>
      <p:sp>
        <p:nvSpPr>
          <p:cNvPr id="5" name="Rectangle 9"/>
          <p:cNvSpPr>
            <a:spLocks noGrp="1" noChangeArrowheads="1"/>
          </p:cNvSpPr>
          <p:nvPr>
            <p:ph type="dt" sz="half" idx="10"/>
          </p:nvPr>
        </p:nvSpPr>
        <p:spPr>
          <a:ln/>
        </p:spPr>
        <p:txBody>
          <a:bodyPr/>
          <a:lstStyle>
            <a:lvl1pPr>
              <a:defRPr/>
            </a:lvl1pPr>
          </a:lstStyle>
          <a:p>
            <a:pPr>
              <a:defRPr/>
            </a:pPr>
            <a:endParaRPr lang="pl-PL"/>
          </a:p>
        </p:txBody>
      </p:sp>
      <p:sp>
        <p:nvSpPr>
          <p:cNvPr id="6" name="Rectangle 10"/>
          <p:cNvSpPr>
            <a:spLocks noGrp="1" noChangeArrowheads="1"/>
          </p:cNvSpPr>
          <p:nvPr>
            <p:ph type="ftr" sz="quarter" idx="11"/>
          </p:nvPr>
        </p:nvSpPr>
        <p:spPr>
          <a:ln/>
        </p:spPr>
        <p:txBody>
          <a:bodyPr/>
          <a:lstStyle>
            <a:lvl1pPr>
              <a:defRPr/>
            </a:lvl1pPr>
          </a:lstStyle>
          <a:p>
            <a:pPr>
              <a:defRPr/>
            </a:pPr>
            <a:endParaRPr lang="pl-PL"/>
          </a:p>
        </p:txBody>
      </p:sp>
      <p:sp>
        <p:nvSpPr>
          <p:cNvPr id="7" name="Rectangle 11"/>
          <p:cNvSpPr>
            <a:spLocks noGrp="1" noChangeArrowheads="1"/>
          </p:cNvSpPr>
          <p:nvPr>
            <p:ph type="sldNum" sz="quarter" idx="12"/>
          </p:nvPr>
        </p:nvSpPr>
        <p:spPr>
          <a:ln/>
        </p:spPr>
        <p:txBody>
          <a:bodyPr/>
          <a:lstStyle>
            <a:lvl1pPr>
              <a:defRPr/>
            </a:lvl1pPr>
          </a:lstStyle>
          <a:p>
            <a:pPr>
              <a:defRPr/>
            </a:pPr>
            <a:fld id="{E091A473-8107-4D02-8DEC-3DAC7F24B58A}" type="slidenum">
              <a:rPr lang="pl-PL"/>
              <a:pPr>
                <a:defRPr/>
              </a:pPr>
              <a:t>‹#›</a:t>
            </a:fld>
            <a:endParaRPr 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mtClean="0"/>
              <a:t>Kliknij, aby edytować styl</a:t>
            </a:r>
            <a:endParaRPr lang="pl-PL"/>
          </a:p>
        </p:txBody>
      </p:sp>
      <p:sp>
        <p:nvSpPr>
          <p:cNvPr id="3" name="Symbol zastępczy tytułu pionowego 2"/>
          <p:cNvSpPr>
            <a:spLocks noGrp="1"/>
          </p:cNvSpPr>
          <p:nvPr>
            <p:ph type="body" orient="vert" idx="1"/>
          </p:nvPr>
        </p:nvSpPr>
        <p:spPr/>
        <p:txBody>
          <a:bodyPr vert="eaVert"/>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4" name="Rectangle 9"/>
          <p:cNvSpPr>
            <a:spLocks noGrp="1" noChangeArrowheads="1"/>
          </p:cNvSpPr>
          <p:nvPr>
            <p:ph type="dt" sz="half" idx="10"/>
          </p:nvPr>
        </p:nvSpPr>
        <p:spPr>
          <a:ln/>
        </p:spPr>
        <p:txBody>
          <a:bodyPr/>
          <a:lstStyle>
            <a:lvl1pPr>
              <a:defRPr/>
            </a:lvl1pPr>
          </a:lstStyle>
          <a:p>
            <a:pPr>
              <a:defRPr/>
            </a:pPr>
            <a:endParaRPr lang="pl-PL"/>
          </a:p>
        </p:txBody>
      </p:sp>
      <p:sp>
        <p:nvSpPr>
          <p:cNvPr id="5" name="Rectangle 10"/>
          <p:cNvSpPr>
            <a:spLocks noGrp="1" noChangeArrowheads="1"/>
          </p:cNvSpPr>
          <p:nvPr>
            <p:ph type="ftr" sz="quarter" idx="11"/>
          </p:nvPr>
        </p:nvSpPr>
        <p:spPr>
          <a:ln/>
        </p:spPr>
        <p:txBody>
          <a:bodyPr/>
          <a:lstStyle>
            <a:lvl1pPr>
              <a:defRPr/>
            </a:lvl1pPr>
          </a:lstStyle>
          <a:p>
            <a:pPr>
              <a:defRPr/>
            </a:pPr>
            <a:endParaRPr lang="pl-PL"/>
          </a:p>
        </p:txBody>
      </p:sp>
      <p:sp>
        <p:nvSpPr>
          <p:cNvPr id="6" name="Rectangle 11"/>
          <p:cNvSpPr>
            <a:spLocks noGrp="1" noChangeArrowheads="1"/>
          </p:cNvSpPr>
          <p:nvPr>
            <p:ph type="sldNum" sz="quarter" idx="12"/>
          </p:nvPr>
        </p:nvSpPr>
        <p:spPr>
          <a:ln/>
        </p:spPr>
        <p:txBody>
          <a:bodyPr/>
          <a:lstStyle>
            <a:lvl1pPr>
              <a:defRPr/>
            </a:lvl1pPr>
          </a:lstStyle>
          <a:p>
            <a:pPr>
              <a:defRPr/>
            </a:pPr>
            <a:fld id="{ED5B1D4E-AE28-4A4A-83E4-D3305377EA73}" type="slidenum">
              <a:rPr lang="pl-PL"/>
              <a:pPr>
                <a:defRPr/>
              </a:pPr>
              <a:t>‹#›</a:t>
            </a:fld>
            <a:endParaRPr lang="pl-P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515100" y="228600"/>
            <a:ext cx="1943100" cy="5867400"/>
          </a:xfrm>
        </p:spPr>
        <p:txBody>
          <a:bodyPr vert="eaVert"/>
          <a:lstStyle/>
          <a:p>
            <a:r>
              <a:rPr lang="pl-PL" smtClean="0"/>
              <a:t>Kliknij, aby edytować styl</a:t>
            </a:r>
            <a:endParaRPr lang="pl-PL"/>
          </a:p>
        </p:txBody>
      </p:sp>
      <p:sp>
        <p:nvSpPr>
          <p:cNvPr id="3" name="Symbol zastępczy tytułu pionowego 2"/>
          <p:cNvSpPr>
            <a:spLocks noGrp="1"/>
          </p:cNvSpPr>
          <p:nvPr>
            <p:ph type="body" orient="vert" idx="1"/>
          </p:nvPr>
        </p:nvSpPr>
        <p:spPr>
          <a:xfrm>
            <a:off x="685800" y="228600"/>
            <a:ext cx="5676900" cy="5867400"/>
          </a:xfrm>
        </p:spPr>
        <p:txBody>
          <a:bodyPr vert="eaVert"/>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pl-PL"/>
          </a:p>
        </p:txBody>
      </p:sp>
      <p:sp>
        <p:nvSpPr>
          <p:cNvPr id="4" name="Rectangle 9"/>
          <p:cNvSpPr>
            <a:spLocks noGrp="1" noChangeArrowheads="1"/>
          </p:cNvSpPr>
          <p:nvPr>
            <p:ph type="dt" sz="half" idx="10"/>
          </p:nvPr>
        </p:nvSpPr>
        <p:spPr>
          <a:ln/>
        </p:spPr>
        <p:txBody>
          <a:bodyPr/>
          <a:lstStyle>
            <a:lvl1pPr>
              <a:defRPr/>
            </a:lvl1pPr>
          </a:lstStyle>
          <a:p>
            <a:pPr>
              <a:defRPr/>
            </a:pPr>
            <a:endParaRPr lang="pl-PL"/>
          </a:p>
        </p:txBody>
      </p:sp>
      <p:sp>
        <p:nvSpPr>
          <p:cNvPr id="5" name="Rectangle 10"/>
          <p:cNvSpPr>
            <a:spLocks noGrp="1" noChangeArrowheads="1"/>
          </p:cNvSpPr>
          <p:nvPr>
            <p:ph type="ftr" sz="quarter" idx="11"/>
          </p:nvPr>
        </p:nvSpPr>
        <p:spPr>
          <a:ln/>
        </p:spPr>
        <p:txBody>
          <a:bodyPr/>
          <a:lstStyle>
            <a:lvl1pPr>
              <a:defRPr/>
            </a:lvl1pPr>
          </a:lstStyle>
          <a:p>
            <a:pPr>
              <a:defRPr/>
            </a:pPr>
            <a:endParaRPr lang="pl-PL"/>
          </a:p>
        </p:txBody>
      </p:sp>
      <p:sp>
        <p:nvSpPr>
          <p:cNvPr id="6" name="Rectangle 11"/>
          <p:cNvSpPr>
            <a:spLocks noGrp="1" noChangeArrowheads="1"/>
          </p:cNvSpPr>
          <p:nvPr>
            <p:ph type="sldNum" sz="quarter" idx="12"/>
          </p:nvPr>
        </p:nvSpPr>
        <p:spPr>
          <a:ln/>
        </p:spPr>
        <p:txBody>
          <a:bodyPr/>
          <a:lstStyle>
            <a:lvl1pPr>
              <a:defRPr/>
            </a:lvl1pPr>
          </a:lstStyle>
          <a:p>
            <a:pPr>
              <a:defRPr/>
            </a:pPr>
            <a:fld id="{A48AD7F3-6D9A-4D8F-B5F0-BBC8CA404EE6}" type="slidenum">
              <a:rPr lang="pl-PL"/>
              <a:pPr>
                <a:defRPr/>
              </a:pPr>
              <a:t>‹#›</a:t>
            </a:fld>
            <a:endParaRPr lang="pl-P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8478838" cy="6173788"/>
            <a:chOff x="0" y="0"/>
            <a:chExt cx="5341" cy="3889"/>
          </a:xfrm>
        </p:grpSpPr>
        <p:sp>
          <p:nvSpPr>
            <p:cNvPr id="2051"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2052"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2053"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sp>
          <p:nvSpPr>
            <p:cNvPr id="2054"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defRPr/>
              </a:pPr>
              <a:endParaRPr lang="pl-PL">
                <a:latin typeface="Times New Roman" charset="0"/>
                <a:cs typeface="Times New Roman" charset="0"/>
              </a:endParaRPr>
            </a:p>
          </p:txBody>
        </p:sp>
      </p:grpSp>
      <p:sp>
        <p:nvSpPr>
          <p:cNvPr id="2055" name="Rectangle 7"/>
          <p:cNvSpPr>
            <a:spLocks noGrp="1" noChangeArrowheads="1"/>
          </p:cNvSpPr>
          <p:nvPr>
            <p:ph type="title"/>
          </p:nvPr>
        </p:nvSpPr>
        <p:spPr bwMode="auto">
          <a:xfrm>
            <a:off x="685800" y="228600"/>
            <a:ext cx="7772400" cy="1219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pl-PL" smtClean="0"/>
              <a:t>Kliknij, aby edytować styl wzorca tytułu</a:t>
            </a:r>
          </a:p>
        </p:txBody>
      </p:sp>
      <p:sp>
        <p:nvSpPr>
          <p:cNvPr id="2057" name="Rectangle 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a:latin typeface="Times New Roman" charset="0"/>
                <a:cs typeface="Times New Roman" charset="0"/>
              </a:defRPr>
            </a:lvl1pPr>
          </a:lstStyle>
          <a:p>
            <a:pPr>
              <a:defRPr/>
            </a:pPr>
            <a:endParaRPr lang="pl-PL"/>
          </a:p>
        </p:txBody>
      </p:sp>
      <p:sp>
        <p:nvSpPr>
          <p:cNvPr id="2058" name="Rectangle 1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a:spcBef>
                <a:spcPct val="50000"/>
              </a:spcBef>
              <a:defRPr sz="1400">
                <a:latin typeface="Times New Roman" charset="0"/>
                <a:cs typeface="Times New Roman" charset="0"/>
              </a:defRPr>
            </a:lvl1pPr>
          </a:lstStyle>
          <a:p>
            <a:pPr>
              <a:defRPr/>
            </a:pPr>
            <a:endParaRPr lang="pl-PL"/>
          </a:p>
        </p:txBody>
      </p:sp>
      <p:sp>
        <p:nvSpPr>
          <p:cNvPr id="2059" name="Rectangle 1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a:latin typeface="Times New Roman" charset="0"/>
                <a:cs typeface="Times New Roman" charset="0"/>
              </a:defRPr>
            </a:lvl1pPr>
          </a:lstStyle>
          <a:p>
            <a:pPr>
              <a:defRPr/>
            </a:pPr>
            <a:fld id="{AC1298D8-4FAC-4AD5-A6DC-D9E97975C83C}" type="slidenum">
              <a:rPr lang="pl-PL"/>
              <a:pPr>
                <a:defRPr/>
              </a:pPr>
              <a:t>‹#›</a:t>
            </a:fld>
            <a:endParaRPr lang="pl-PL"/>
          </a:p>
        </p:txBody>
      </p:sp>
      <p:sp>
        <p:nvSpPr>
          <p:cNvPr id="2060" name="Rectangle 12"/>
          <p:cNvSpPr>
            <a:spLocks noGrp="1" noChangeArrowheads="1"/>
          </p:cNvSpPr>
          <p:nvPr>
            <p:ph type="body" idx="1"/>
          </p:nvPr>
        </p:nvSpPr>
        <p:spPr bwMode="auto">
          <a:xfrm>
            <a:off x="685800" y="1641475"/>
            <a:ext cx="7772400" cy="4454525"/>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p>
        </p:txBody>
      </p:sp>
    </p:spTree>
  </p:cSld>
  <p:clrMap bg1="dk2" tx1="lt1" bg2="dk1" tx2="lt2" accent1="accent1" accent2="accent2" accent3="accent3" accent4="accent4" accent5="accent5" accent6="accent6" hlink="hlink" folHlink="folHlink"/>
  <p:sldLayoutIdLst>
    <p:sldLayoutId id="2147483661"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9pPr>
    </p:titleStyle>
    <p:bodyStyle>
      <a:lvl1pPr marL="342900" indent="-342900" algn="l" rtl="0" eaLnBrk="0" fontAlgn="base" hangingPunct="0">
        <a:spcBef>
          <a:spcPct val="20000"/>
        </a:spcBef>
        <a:spcAft>
          <a:spcPct val="0"/>
        </a:spcAft>
        <a:buClr>
          <a:schemeClr val="tx2"/>
        </a:buClr>
        <a:buSzPct val="7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1"/>
        </a:buClr>
        <a:buChar char="»"/>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p:txBody>
          <a:bodyPr/>
          <a:lstStyle/>
          <a:p>
            <a:pPr>
              <a:defRPr/>
            </a:pPr>
            <a:r>
              <a:rPr lang="pl-PL" dirty="0" smtClean="0"/>
              <a:t>Okablowanie: poziome, pionowe</a:t>
            </a:r>
            <a:br>
              <a:rPr lang="pl-PL" dirty="0" smtClean="0"/>
            </a:br>
            <a:r>
              <a:rPr lang="pl-PL" dirty="0" smtClean="0"/>
              <a:t>i </a:t>
            </a:r>
            <a:r>
              <a:rPr lang="pl-PL" dirty="0" err="1" smtClean="0"/>
              <a:t>międzybudynkowe</a:t>
            </a:r>
            <a:endParaRPr lang="pl-PL" dirty="0" smtClean="0"/>
          </a:p>
        </p:txBody>
      </p:sp>
      <p:sp>
        <p:nvSpPr>
          <p:cNvPr id="26627" name="Rectangle 3"/>
          <p:cNvSpPr>
            <a:spLocks noGrp="1" noChangeArrowheads="1"/>
          </p:cNvSpPr>
          <p:nvPr>
            <p:ph type="subTitle" idx="1"/>
          </p:nvPr>
        </p:nvSpPr>
        <p:spPr/>
        <p:txBody>
          <a:bodyPr/>
          <a:lstStyle/>
          <a:p>
            <a:pPr algn="l" eaLnBrk="1" hangingPunct="1">
              <a:defRPr/>
            </a:pPr>
            <a:r>
              <a:rPr lang="pl-PL" sz="4800" b="1" u="sng" dirty="0" smtClean="0"/>
              <a:t>Okablowanie poziome</a:t>
            </a:r>
          </a:p>
          <a:p>
            <a:pPr algn="l">
              <a:defRPr/>
            </a:pPr>
            <a:r>
              <a:rPr lang="pl-PL" dirty="0" smtClean="0"/>
              <a:t>Okablowaniem poziomym jest ta część systemu, która łączy użytkownika (punkt abonencki)</a:t>
            </a:r>
          </a:p>
          <a:p>
            <a:pPr algn="l">
              <a:defRPr/>
            </a:pPr>
            <a:r>
              <a:rPr lang="pl-PL" dirty="0" smtClean="0"/>
              <a:t>z punktem dystrybucyjnym (lokalnym lub kondygnacyjnym).</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defRPr/>
            </a:pPr>
            <a:endParaRPr lang="pl-PL" dirty="0" smtClean="0"/>
          </a:p>
        </p:txBody>
      </p:sp>
      <p:sp>
        <p:nvSpPr>
          <p:cNvPr id="36867" name="Rectangle 3"/>
          <p:cNvSpPr>
            <a:spLocks noGrp="1" noChangeArrowheads="1"/>
          </p:cNvSpPr>
          <p:nvPr>
            <p:ph type="body" idx="1"/>
          </p:nvPr>
        </p:nvSpPr>
        <p:spPr/>
        <p:txBody>
          <a:bodyPr/>
          <a:lstStyle/>
          <a:p>
            <a:pPr algn="just" eaLnBrk="1" hangingPunct="1">
              <a:defRPr/>
            </a:pPr>
            <a:endParaRPr lang="pl-PL" dirty="0" smtClean="0"/>
          </a:p>
        </p:txBody>
      </p:sp>
      <p:pic>
        <p:nvPicPr>
          <p:cNvPr id="14339" name="Picture 2"/>
          <p:cNvPicPr>
            <a:picLocks noChangeAspect="1" noChangeArrowheads="1"/>
          </p:cNvPicPr>
          <p:nvPr/>
        </p:nvPicPr>
        <p:blipFill>
          <a:blip r:embed="rId2"/>
          <a:srcRect/>
          <a:stretch>
            <a:fillRect/>
          </a:stretch>
        </p:blipFill>
        <p:spPr bwMode="auto">
          <a:xfrm>
            <a:off x="214313" y="1928813"/>
            <a:ext cx="8639175" cy="3452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defRPr/>
            </a:pPr>
            <a:r>
              <a:rPr lang="pl-PL" dirty="0" smtClean="0"/>
              <a:t> W skład tego segmentu sieci wchodzą następujące elementy:</a:t>
            </a:r>
          </a:p>
        </p:txBody>
      </p:sp>
      <p:sp>
        <p:nvSpPr>
          <p:cNvPr id="39939" name="Rectangle 3"/>
          <p:cNvSpPr>
            <a:spLocks noGrp="1" noChangeArrowheads="1"/>
          </p:cNvSpPr>
          <p:nvPr>
            <p:ph type="body" idx="1"/>
          </p:nvPr>
        </p:nvSpPr>
        <p:spPr/>
        <p:txBody>
          <a:bodyPr/>
          <a:lstStyle/>
          <a:p>
            <a:pPr>
              <a:defRPr/>
            </a:pPr>
            <a:r>
              <a:rPr lang="pl-PL" dirty="0" smtClean="0"/>
              <a:t>Interfejsy użytkownika (gniazda w punktach abonenckich).</a:t>
            </a:r>
          </a:p>
          <a:p>
            <a:pPr>
              <a:defRPr/>
            </a:pPr>
            <a:r>
              <a:rPr lang="pl-PL" dirty="0" smtClean="0"/>
              <a:t> Kable krosowe, którymi zestawiane są połączenia w szafie.</a:t>
            </a:r>
          </a:p>
          <a:p>
            <a:pPr>
              <a:buFont typeface="Wingdings" pitchFamily="2" charset="2"/>
              <a:buNone/>
              <a:defRPr/>
            </a:pPr>
            <a:r>
              <a:rPr lang="pl-PL" dirty="0" smtClean="0"/>
              <a:t> Dokładniej rzecz ujmując, służą one do przydzielenia sygnału do poszczególnych gniazd.</a:t>
            </a:r>
          </a:p>
          <a:p>
            <a:pPr>
              <a:buFont typeface="Wingdings" pitchFamily="2" charset="2"/>
              <a:buNone/>
              <a:defRPr/>
            </a:pPr>
            <a:r>
              <a:rPr lang="pl-PL" dirty="0" smtClean="0"/>
              <a:t>   Łączą one urządzenia aktywne z panelami krosowymi.</a:t>
            </a:r>
          </a:p>
          <a:p>
            <a:pPr>
              <a:buFont typeface="Wingdings" pitchFamily="2" charset="2"/>
              <a:buNone/>
              <a:defRPr/>
            </a:pPr>
            <a:endParaRPr lang="pl-PL"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endParaRPr lang="pl-PL" dirty="0" smtClean="0"/>
          </a:p>
        </p:txBody>
      </p:sp>
      <p:sp>
        <p:nvSpPr>
          <p:cNvPr id="40963" name="Rectangle 3"/>
          <p:cNvSpPr>
            <a:spLocks noGrp="1" noChangeArrowheads="1"/>
          </p:cNvSpPr>
          <p:nvPr>
            <p:ph type="body" idx="1"/>
          </p:nvPr>
        </p:nvSpPr>
        <p:spPr/>
        <p:txBody>
          <a:bodyPr/>
          <a:lstStyle/>
          <a:p>
            <a:pPr>
              <a:defRPr/>
            </a:pPr>
            <a:r>
              <a:rPr lang="pl-PL" dirty="0" smtClean="0"/>
              <a:t>Kable relacji gniazdo-terminal (stacyjne).</a:t>
            </a:r>
          </a:p>
          <a:p>
            <a:pPr>
              <a:defRPr/>
            </a:pPr>
            <a:r>
              <a:rPr lang="pl-PL" dirty="0" smtClean="0"/>
              <a:t> Nośnik sygnału (skrętka UTP/FTP, światłowód).</a:t>
            </a:r>
          </a:p>
          <a:p>
            <a:pPr>
              <a:defRPr/>
            </a:pPr>
            <a:r>
              <a:rPr lang="pl-PL" dirty="0" smtClean="0"/>
              <a:t> Adaptery — pozwalają na zmianę sekwencji.</a:t>
            </a:r>
          </a:p>
          <a:p>
            <a:pPr>
              <a:defRPr/>
            </a:pPr>
            <a:r>
              <a:rPr lang="pl-PL" dirty="0" smtClean="0"/>
              <a:t> </a:t>
            </a:r>
            <a:r>
              <a:rPr lang="pl-PL" dirty="0" err="1" smtClean="0"/>
              <a:t>Baluny</a:t>
            </a:r>
            <a:r>
              <a:rPr lang="pl-PL" dirty="0" smtClean="0"/>
              <a:t> — stanowią przejście z kabla koncentrycznego do UTP.</a:t>
            </a:r>
          </a:p>
          <a:p>
            <a:pPr algn="just" eaLnBrk="1" hangingPunct="1">
              <a:buFontTx/>
              <a:buChar char="-"/>
              <a:defRPr/>
            </a:pPr>
            <a:endParaRPr lang="pl-PL"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r>
              <a:rPr lang="pl-PL" dirty="0" smtClean="0"/>
              <a:t>Zalecane odległości odcinków okablowania poziomego</a:t>
            </a:r>
            <a:endParaRPr lang="pl-PL" dirty="0"/>
          </a:p>
        </p:txBody>
      </p:sp>
      <p:sp>
        <p:nvSpPr>
          <p:cNvPr id="4" name="Symbol zastępczy zawartości 3"/>
          <p:cNvSpPr>
            <a:spLocks noGrp="1"/>
          </p:cNvSpPr>
          <p:nvPr>
            <p:ph idx="1"/>
          </p:nvPr>
        </p:nvSpPr>
        <p:spPr/>
        <p:txBody>
          <a:bodyPr/>
          <a:lstStyle/>
          <a:p>
            <a:pPr>
              <a:defRPr/>
            </a:pPr>
            <a:r>
              <a:rPr lang="pl-PL" dirty="0" smtClean="0"/>
              <a:t>Projektując poziomy segment systemu, w żadnym wypadku nie można dopuścić, aby</a:t>
            </a:r>
          </a:p>
          <a:p>
            <a:pPr>
              <a:buFont typeface="Wingdings" pitchFamily="2" charset="2"/>
              <a:buNone/>
              <a:defRPr/>
            </a:pPr>
            <a:r>
              <a:rPr lang="pl-PL" dirty="0" smtClean="0"/>
              <a:t>   całkowita długość kabla między terminalem a punktem dystrybucyjnym przekroczyła</a:t>
            </a:r>
          </a:p>
          <a:p>
            <a:pPr>
              <a:buFont typeface="Wingdings" pitchFamily="2" charset="2"/>
              <a:buNone/>
              <a:defRPr/>
            </a:pPr>
            <a:r>
              <a:rPr lang="pl-PL" dirty="0" smtClean="0"/>
              <a:t>   </a:t>
            </a:r>
            <a:r>
              <a:rPr lang="pl-PL" dirty="0" smtClean="0">
                <a:solidFill>
                  <a:srgbClr val="66FF33"/>
                </a:solidFill>
              </a:rPr>
              <a:t>100 m</a:t>
            </a:r>
            <a:endParaRPr lang="pl-PL" dirty="0">
              <a:solidFill>
                <a:srgbClr val="66FF33"/>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pic>
        <p:nvPicPr>
          <p:cNvPr id="18434" name="Picture 2"/>
          <p:cNvPicPr>
            <a:picLocks noGrp="1" noChangeAspect="1" noChangeArrowheads="1"/>
          </p:cNvPicPr>
          <p:nvPr>
            <p:ph idx="1"/>
          </p:nvPr>
        </p:nvPicPr>
        <p:blipFill>
          <a:blip r:embed="rId2"/>
          <a:srcRect/>
          <a:stretch>
            <a:fillRect/>
          </a:stretch>
        </p:blipFill>
        <p:spPr>
          <a:xfrm>
            <a:off x="239713" y="857250"/>
            <a:ext cx="8786812" cy="5238750"/>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pic>
        <p:nvPicPr>
          <p:cNvPr id="19458" name="Picture 2"/>
          <p:cNvPicPr>
            <a:picLocks noGrp="1" noChangeAspect="1" noChangeArrowheads="1"/>
          </p:cNvPicPr>
          <p:nvPr>
            <p:ph idx="1"/>
          </p:nvPr>
        </p:nvPicPr>
        <p:blipFill>
          <a:blip r:embed="rId2"/>
          <a:srcRect/>
          <a:stretch>
            <a:fillRect/>
          </a:stretch>
        </p:blipFill>
        <p:spPr>
          <a:xfrm>
            <a:off x="98425" y="1857375"/>
            <a:ext cx="9045575" cy="3125788"/>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4" name="Symbol zastępczy zawartości 3"/>
          <p:cNvSpPr>
            <a:spLocks noGrp="1"/>
          </p:cNvSpPr>
          <p:nvPr>
            <p:ph idx="1"/>
          </p:nvPr>
        </p:nvSpPr>
        <p:spPr/>
        <p:txBody>
          <a:bodyPr/>
          <a:lstStyle/>
          <a:p>
            <a:pPr>
              <a:buFont typeface="Wingdings" pitchFamily="2" charset="2"/>
              <a:buNone/>
              <a:defRPr/>
            </a:pPr>
            <a:r>
              <a:rPr lang="pl-PL" dirty="0" smtClean="0"/>
              <a:t>Odcinek ten rozkłada się następująco:</a:t>
            </a:r>
          </a:p>
          <a:p>
            <a:pPr>
              <a:defRPr/>
            </a:pPr>
            <a:r>
              <a:rPr lang="pl-PL" dirty="0" smtClean="0"/>
              <a:t> Maksymalna długość przebiegu poziomego wynosi 90 m.</a:t>
            </a:r>
          </a:p>
          <a:p>
            <a:pPr>
              <a:defRPr/>
            </a:pPr>
            <a:r>
              <a:rPr lang="pl-PL" dirty="0" smtClean="0"/>
              <a:t> Łączna długość kabla krosowego i stacyjnego nie może przekroczyć 10 m,</a:t>
            </a:r>
          </a:p>
          <a:p>
            <a:pPr>
              <a:buFont typeface="Wingdings" pitchFamily="2" charset="2"/>
              <a:buNone/>
              <a:defRPr/>
            </a:pPr>
            <a:r>
              <a:rPr lang="pl-PL" dirty="0" smtClean="0"/>
              <a:t>    przy czym kabel krosowy nie może mieć więcej niż 5 m.</a:t>
            </a:r>
            <a:endParaRPr lang="pl-PL"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a:xfrm>
            <a:off x="714375" y="214313"/>
            <a:ext cx="7772400" cy="4454525"/>
          </a:xfrm>
        </p:spPr>
        <p:txBody>
          <a:bodyPr/>
          <a:lstStyle/>
          <a:p>
            <a:pPr>
              <a:buFont typeface="Wingdings" pitchFamily="2" charset="2"/>
              <a:buNone/>
            </a:pPr>
            <a:r>
              <a:rPr lang="pl-PL" smtClean="0"/>
              <a:t> Rozkład długości odcinków dla okablowania poziomego</a:t>
            </a:r>
          </a:p>
          <a:p>
            <a:pPr>
              <a:buFont typeface="Wingdings" pitchFamily="2" charset="2"/>
              <a:buNone/>
            </a:pPr>
            <a:r>
              <a:rPr lang="pl-PL" smtClean="0"/>
              <a:t>Odcinek Maksymalna długość</a:t>
            </a:r>
          </a:p>
          <a:p>
            <a:r>
              <a:rPr lang="pl-PL" smtClean="0"/>
              <a:t>A — cały segment poziomy 100 m</a:t>
            </a:r>
          </a:p>
          <a:p>
            <a:r>
              <a:rPr lang="pl-PL" smtClean="0"/>
              <a:t>B — odcinek od panelu krosowego do PA 90 m</a:t>
            </a:r>
          </a:p>
          <a:p>
            <a:r>
              <a:rPr lang="pl-PL" smtClean="0"/>
              <a:t>C — kabel stacyjny 5 m</a:t>
            </a:r>
          </a:p>
          <a:p>
            <a:r>
              <a:rPr lang="pl-PL" smtClean="0"/>
              <a:t>D — kabel krosowy 5 m</a:t>
            </a:r>
          </a:p>
          <a:p>
            <a:r>
              <a:rPr lang="pl-PL" smtClean="0"/>
              <a:t>C + D — łącznie dwa odcinki 10 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r>
              <a:rPr lang="pl-PL" sz="6600" dirty="0" smtClean="0"/>
              <a:t>Okablowanie pionowe</a:t>
            </a:r>
            <a:endParaRPr lang="pl-PL" sz="6600" dirty="0"/>
          </a:p>
        </p:txBody>
      </p:sp>
      <p:sp>
        <p:nvSpPr>
          <p:cNvPr id="3" name="Symbol zastępczy zawartości 2"/>
          <p:cNvSpPr>
            <a:spLocks noGrp="1"/>
          </p:cNvSpPr>
          <p:nvPr>
            <p:ph idx="1"/>
          </p:nvPr>
        </p:nvSpPr>
        <p:spPr/>
        <p:txBody>
          <a:bodyPr/>
          <a:lstStyle/>
          <a:p>
            <a:pPr>
              <a:defRPr/>
            </a:pPr>
            <a:r>
              <a:rPr lang="pl-PL" dirty="0" smtClean="0"/>
              <a:t>Okablowanie pionowe (ang. </a:t>
            </a:r>
            <a:r>
              <a:rPr lang="pl-PL" dirty="0" err="1" smtClean="0"/>
              <a:t>backbone</a:t>
            </a:r>
            <a:r>
              <a:rPr lang="pl-PL" dirty="0" smtClean="0"/>
              <a:t>) łączy Pośrednie Punkty Dystrybucyjne (IDF) z Głównym Punktem Rozdzielczym (MDF).</a:t>
            </a:r>
          </a:p>
          <a:p>
            <a:pPr>
              <a:defRPr/>
            </a:pPr>
            <a:r>
              <a:rPr lang="pl-PL" dirty="0" smtClean="0"/>
              <a:t>Najczęściej takie kable układane są w pionowych szybach między poszczególnymi kondygnacjami.</a:t>
            </a:r>
            <a:endParaRPr lang="pl-PL"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p:txBody>
          <a:bodyPr/>
          <a:lstStyle/>
          <a:p>
            <a:pPr>
              <a:buFont typeface="Wingdings" pitchFamily="2" charset="2"/>
              <a:buNone/>
              <a:defRPr/>
            </a:pPr>
            <a:r>
              <a:rPr lang="pl-PL" dirty="0" smtClean="0"/>
              <a:t>Długości tras dla okablowania pionowego</a:t>
            </a:r>
          </a:p>
          <a:p>
            <a:pPr>
              <a:buFont typeface="Wingdings" pitchFamily="2" charset="2"/>
              <a:buNone/>
              <a:defRPr/>
            </a:pPr>
            <a:r>
              <a:rPr lang="pl-PL" dirty="0" smtClean="0"/>
              <a:t>Rodzaj nośnika Maksymalna długość</a:t>
            </a:r>
          </a:p>
          <a:p>
            <a:pPr>
              <a:defRPr/>
            </a:pPr>
            <a:r>
              <a:rPr lang="pl-PL" dirty="0" smtClean="0"/>
              <a:t>Telefoniczny kabel UTP 800 m</a:t>
            </a:r>
          </a:p>
          <a:p>
            <a:pPr>
              <a:defRPr/>
            </a:pPr>
            <a:r>
              <a:rPr lang="pl-PL" dirty="0" smtClean="0"/>
              <a:t>Skrętka UTP/FTP 90 m</a:t>
            </a:r>
          </a:p>
          <a:p>
            <a:pPr>
              <a:defRPr/>
            </a:pPr>
            <a:r>
              <a:rPr lang="pl-PL" dirty="0" smtClean="0"/>
              <a:t>Światłowód 2000 m</a:t>
            </a:r>
            <a:endParaRPr lang="pl-PL"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714375" y="0"/>
            <a:ext cx="7772400" cy="1219200"/>
          </a:xfrm>
        </p:spPr>
        <p:txBody>
          <a:bodyPr/>
          <a:lstStyle/>
          <a:p>
            <a:pPr>
              <a:defRPr/>
            </a:pPr>
            <a:r>
              <a:rPr lang="pl-PL" sz="7200" dirty="0" smtClean="0"/>
              <a:t>Punkty rozdzielcze</a:t>
            </a:r>
            <a:endParaRPr lang="pl-PL" sz="7200" dirty="0"/>
          </a:p>
        </p:txBody>
      </p:sp>
      <p:sp>
        <p:nvSpPr>
          <p:cNvPr id="3" name="Symbol zastępczy zawartości 2"/>
          <p:cNvSpPr>
            <a:spLocks noGrp="1"/>
          </p:cNvSpPr>
          <p:nvPr>
            <p:ph idx="1"/>
          </p:nvPr>
        </p:nvSpPr>
        <p:spPr>
          <a:xfrm>
            <a:off x="714375" y="928688"/>
            <a:ext cx="7772400" cy="4454525"/>
          </a:xfrm>
        </p:spPr>
        <p:txBody>
          <a:bodyPr/>
          <a:lstStyle/>
          <a:p>
            <a:pPr>
              <a:defRPr/>
            </a:pPr>
            <a:r>
              <a:rPr lang="pl-PL" dirty="0" smtClean="0"/>
              <a:t>Punkt rozdzielczy jest to miejsce, w którym zbiega się całe okablowanie z danego terenu.</a:t>
            </a:r>
          </a:p>
          <a:p>
            <a:pPr>
              <a:defRPr/>
            </a:pPr>
            <a:r>
              <a:rPr lang="pl-PL" dirty="0" smtClean="0"/>
              <a:t>W tym pomieszczeniu znajduje się szafa rozdzielcza wraz z całym sprzętem pasywnym i aktywnym. </a:t>
            </a:r>
          </a:p>
          <a:p>
            <a:pPr>
              <a:defRPr/>
            </a:pPr>
            <a:r>
              <a:rPr lang="pl-PL" dirty="0" smtClean="0"/>
              <a:t>Punkty rozdzielcze są logicznym odwzorowaniem topologii systemu okablowania. </a:t>
            </a:r>
          </a:p>
          <a:p>
            <a:pPr>
              <a:defRPr/>
            </a:pPr>
            <a:r>
              <a:rPr lang="pl-PL" dirty="0" smtClean="0"/>
              <a:t>Fizycznie reprezentują je szafy rozdzielcze.</a:t>
            </a:r>
            <a:endParaRPr lang="pl-PL"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lgn="l">
              <a:defRPr/>
            </a:pPr>
            <a:endParaRPr lang="pl-PL" sz="3600" dirty="0"/>
          </a:p>
        </p:txBody>
      </p:sp>
      <p:sp>
        <p:nvSpPr>
          <p:cNvPr id="3" name="Symbol zastępczy zawartości 2"/>
          <p:cNvSpPr>
            <a:spLocks noGrp="1"/>
          </p:cNvSpPr>
          <p:nvPr>
            <p:ph idx="1"/>
          </p:nvPr>
        </p:nvSpPr>
        <p:spPr/>
        <p:txBody>
          <a:bodyPr/>
          <a:lstStyle/>
          <a:p>
            <a:pPr>
              <a:defRPr/>
            </a:pPr>
            <a:r>
              <a:rPr lang="pl-PL" dirty="0" smtClean="0"/>
              <a:t>PCS — Punkt Centralny Sieci. </a:t>
            </a:r>
          </a:p>
          <a:p>
            <a:pPr>
              <a:buFont typeface="Wingdings" pitchFamily="2" charset="2"/>
              <a:buNone/>
              <a:defRPr/>
            </a:pPr>
            <a:r>
              <a:rPr lang="pl-PL" dirty="0" smtClean="0"/>
              <a:t>Zawiera farmę serwerów, punkt dostępu</a:t>
            </a:r>
          </a:p>
          <a:p>
            <a:pPr>
              <a:buFont typeface="Wingdings" pitchFamily="2" charset="2"/>
              <a:buNone/>
              <a:defRPr/>
            </a:pPr>
            <a:r>
              <a:rPr lang="pl-PL" dirty="0" smtClean="0"/>
              <a:t>do Internetu oraz Centralny Punkt Dystrybucyjny okablowania. </a:t>
            </a:r>
          </a:p>
          <a:p>
            <a:pPr>
              <a:buFont typeface="Wingdings" pitchFamily="2" charset="2"/>
              <a:buNone/>
              <a:defRPr/>
            </a:pPr>
            <a:r>
              <a:rPr lang="pl-PL" dirty="0" smtClean="0"/>
              <a:t>Jest to strategiczne i główne pomieszczenie sieci LAN. Stanowi ono serce całej</a:t>
            </a:r>
          </a:p>
          <a:p>
            <a:pPr>
              <a:buFont typeface="Wingdings" pitchFamily="2" charset="2"/>
              <a:buNone/>
              <a:defRPr/>
            </a:pPr>
            <a:r>
              <a:rPr lang="pl-PL" dirty="0" smtClean="0"/>
              <a:t>infrastruktury teleinformatycznej.</a:t>
            </a:r>
            <a:endParaRPr lang="pl-PL"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a:xfrm>
            <a:off x="785813" y="1214438"/>
            <a:ext cx="7772400" cy="4454525"/>
          </a:xfrm>
        </p:spPr>
        <p:txBody>
          <a:bodyPr/>
          <a:lstStyle/>
          <a:p>
            <a:pPr>
              <a:defRPr/>
            </a:pPr>
            <a:r>
              <a:rPr lang="pl-PL" dirty="0" smtClean="0"/>
              <a:t>CPD — Centralny Punkt Dystrybucyjny. Tutaj zbiega się całe okablowanie</a:t>
            </a:r>
          </a:p>
          <a:p>
            <a:pPr>
              <a:buFont typeface="Wingdings" pitchFamily="2" charset="2"/>
              <a:buNone/>
              <a:defRPr/>
            </a:pPr>
            <a:r>
              <a:rPr lang="pl-PL" dirty="0" smtClean="0"/>
              <a:t>    pionowe i </a:t>
            </a:r>
            <a:r>
              <a:rPr lang="pl-PL" dirty="0" err="1" smtClean="0"/>
              <a:t>międzybudynkowe</a:t>
            </a:r>
            <a:r>
              <a:rPr lang="pl-PL" dirty="0" smtClean="0"/>
              <a:t>. </a:t>
            </a:r>
          </a:p>
          <a:p>
            <a:pPr>
              <a:buFont typeface="Wingdings" pitchFamily="2" charset="2"/>
              <a:buNone/>
              <a:defRPr/>
            </a:pPr>
            <a:r>
              <a:rPr lang="pl-PL" dirty="0" smtClean="0"/>
              <a:t>    W tym miejscu umieszczona jest także 19-calowa szafa dystrybucyjna (1x42U lub z podwójnym stelażem 2x42U). Jest to najważniejszy element systemu okablowania strukturalnego.</a:t>
            </a:r>
            <a:endParaRPr lang="pl-PL"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p:txBody>
          <a:bodyPr/>
          <a:lstStyle/>
          <a:p>
            <a:pPr>
              <a:defRPr/>
            </a:pPr>
            <a:r>
              <a:rPr lang="pl-PL" dirty="0" smtClean="0"/>
              <a:t>BPD — Budynkowy Punkt Dystrybucyjny. Sprzęga on całe okablowanie z obszaru podległego sobie budynku z CPD. Do tego punktu zbiegają się także wszystkie kable z kondygnacyjnych punktów dystrybucyjnych.</a:t>
            </a:r>
            <a:endParaRPr lang="pl-PL"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p:txBody>
          <a:bodyPr/>
          <a:lstStyle/>
          <a:p>
            <a:pPr>
              <a:defRPr/>
            </a:pPr>
            <a:r>
              <a:rPr lang="pl-PL" dirty="0" smtClean="0"/>
              <a:t>KPD — Kondygnacyjny Punkt Dystrybucyjny.  Swoim zasięgiem obejmuje jedynie pojedyncze piętra lub skrzydła budynku. W mniej rozległych systemach okablowania hierarchia na tym elemencie się kończy.</a:t>
            </a:r>
            <a:endParaRPr lang="pl-PL"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r>
              <a:rPr lang="pl-PL" dirty="0" smtClean="0"/>
              <a:t>:</a:t>
            </a:r>
            <a:br>
              <a:rPr lang="pl-PL" dirty="0" smtClean="0"/>
            </a:br>
            <a:endParaRPr lang="pl-PL" dirty="0"/>
          </a:p>
        </p:txBody>
      </p:sp>
      <p:sp>
        <p:nvSpPr>
          <p:cNvPr id="3" name="Symbol zastępczy zawartości 2"/>
          <p:cNvSpPr>
            <a:spLocks noGrp="1"/>
          </p:cNvSpPr>
          <p:nvPr>
            <p:ph idx="1"/>
          </p:nvPr>
        </p:nvSpPr>
        <p:spPr>
          <a:xfrm>
            <a:off x="714375" y="285750"/>
            <a:ext cx="7715250" cy="3787775"/>
          </a:xfrm>
        </p:spPr>
        <p:txBody>
          <a:bodyPr/>
          <a:lstStyle/>
          <a:p>
            <a:pPr>
              <a:defRPr/>
            </a:pPr>
            <a:r>
              <a:rPr lang="pl-PL" dirty="0" smtClean="0"/>
              <a:t>LPD — Lokalny Punkt Dystrybucyjny. Najczęściej jest to fizycznie mała 19-calowa wisząca szafka, której zadaniem jest przedłużenie segmentu sieci.</a:t>
            </a:r>
          </a:p>
          <a:p>
            <a:pPr>
              <a:buFont typeface="Wingdings" pitchFamily="2" charset="2"/>
              <a:buNone/>
              <a:defRPr/>
            </a:pPr>
            <a:r>
              <a:rPr lang="pl-PL" dirty="0" smtClean="0"/>
              <a:t>   W dużych obszarowo kondygnacjach możemy mieć problem z utrzymaniem stosownej odległości kabla między punktem abonenckich a KPD. W takim przypadku zachodzi konieczność zainstalowania LPD, który przedłuży segment sieci. Dla standardu sieci Ethernet 100Base-TX maksymalna długość kabla wynosi 100 m.</a:t>
            </a:r>
            <a:endParaRPr lang="pl-PL"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a:p>
        </p:txBody>
      </p:sp>
      <p:pic>
        <p:nvPicPr>
          <p:cNvPr id="30722" name="Picture 2"/>
          <p:cNvPicPr>
            <a:picLocks noGrp="1" noChangeAspect="1" noChangeArrowheads="1"/>
          </p:cNvPicPr>
          <p:nvPr>
            <p:ph idx="1"/>
          </p:nvPr>
        </p:nvPicPr>
        <p:blipFill>
          <a:blip r:embed="rId2"/>
          <a:srcRect/>
          <a:stretch>
            <a:fillRect/>
          </a:stretch>
        </p:blipFill>
        <p:spPr>
          <a:xfrm>
            <a:off x="84138" y="19050"/>
            <a:ext cx="8702675" cy="6670675"/>
          </a:xfr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pPr>
              <a:defRPr/>
            </a:pPr>
            <a:endParaRPr lang="pl-PL" dirty="0"/>
          </a:p>
        </p:txBody>
      </p:sp>
      <p:sp>
        <p:nvSpPr>
          <p:cNvPr id="3" name="Symbol zastępczy zawartości 2"/>
          <p:cNvSpPr>
            <a:spLocks noGrp="1"/>
          </p:cNvSpPr>
          <p:nvPr>
            <p:ph idx="1"/>
          </p:nvPr>
        </p:nvSpPr>
        <p:spPr>
          <a:xfrm>
            <a:off x="714375" y="214313"/>
            <a:ext cx="7772400" cy="4454525"/>
          </a:xfrm>
        </p:spPr>
        <p:txBody>
          <a:bodyPr/>
          <a:lstStyle/>
          <a:p>
            <a:pPr>
              <a:defRPr/>
            </a:pPr>
            <a:r>
              <a:rPr lang="pl-PL" dirty="0" smtClean="0"/>
              <a:t>W Punkcie Centralnym Sieci zagnieżdżony jest Centralny Punkt Dystrybucyjny dla okablowania strukturalnego. Ten zaś jednocześnie stanowi BPD dla prawego budynku, a on z kolei zawiera Kondygnacyjny Punkt Dystrybucyjny dla parteru. Miejmy na uwadze to, iż cały czas może być to tylko jedna szafa. Dodatkowo PCS obsługuje dostęp do Internetu dla całej sieci LAN (punkt [3]) oraz do publicznego operatora telefonii stacjonarnej (punkt [4]). </a:t>
            </a:r>
            <a:endParaRPr lang="pl-PL"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p:cNvSpPr>
            <a:spLocks noGrp="1"/>
          </p:cNvSpPr>
          <p:nvPr>
            <p:ph idx="1"/>
          </p:nvPr>
        </p:nvSpPr>
        <p:spPr>
          <a:xfrm>
            <a:off x="642938" y="928688"/>
            <a:ext cx="7772400" cy="4454525"/>
          </a:xfrm>
        </p:spPr>
        <p:txBody>
          <a:bodyPr/>
          <a:lstStyle/>
          <a:p>
            <a:pPr>
              <a:defRPr/>
            </a:pPr>
            <a:r>
              <a:rPr lang="pl-PL" dirty="0" smtClean="0"/>
              <a:t>Kondygnacyjne Punkty Dystrybucyjne 01 i 02 „spięte” są z CPD za pomocą okablowania pionowego (punkt [1]). To właśnie we wszystkich KPD administrator będzie przydzielał sygnał poszczególnym gniazdom (punkt [2] i [6]).</a:t>
            </a:r>
          </a:p>
          <a:p>
            <a:pPr>
              <a:defRPr/>
            </a:pPr>
            <a:endParaRPr lang="pl-PL"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iebieska przekątna">
  <a:themeElements>
    <a:clrScheme name="Niebieska przekątna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Niebieska przekątna">
      <a:majorFont>
        <a:latin typeface="Times New Roman"/>
        <a:ea typeface=""/>
        <a:cs typeface="Times New Roman"/>
      </a:majorFont>
      <a:minorFont>
        <a:latin typeface="Times New Roman"/>
        <a:ea typeface=""/>
        <a:cs typeface="Times New Roma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cs typeface="Times New Roman"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cs typeface="Times New Roman" charset="0"/>
          </a:defRPr>
        </a:defPPr>
      </a:lstStyle>
    </a:lnDef>
  </a:objectDefaults>
  <a:extraClrSchemeLst>
    <a:extraClrScheme>
      <a:clrScheme name="Niebieska przekątna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Niebieska przekątna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Niebieska przekątna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Niebieska przekątna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32A2B355C6B8A4D84520E3262EC8049" ma:contentTypeVersion="7" ma:contentTypeDescription="Utwórz nowy dokument." ma:contentTypeScope="" ma:versionID="c47ec2cc2a9cb8bf3fa395600961ab92">
  <xsd:schema xmlns:xsd="http://www.w3.org/2001/XMLSchema" xmlns:xs="http://www.w3.org/2001/XMLSchema" xmlns:p="http://schemas.microsoft.com/office/2006/metadata/properties" xmlns:ns2="f0b31ec8-ee46-4d99-bef6-3e1a53b9c97b" targetNamespace="http://schemas.microsoft.com/office/2006/metadata/properties" ma:root="true" ma:fieldsID="7725e015b5ceb41bfe4f1268f1de4982" ns2:_="">
    <xsd:import namespace="f0b31ec8-ee46-4d99-bef6-3e1a53b9c97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31ec8-ee46-4d99-bef6-3e1a53b9c9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38158F6-66C3-4F5F-99C8-80D82C1B0DB0}"/>
</file>

<file path=customXml/itemProps2.xml><?xml version="1.0" encoding="utf-8"?>
<ds:datastoreItem xmlns:ds="http://schemas.openxmlformats.org/officeDocument/2006/customXml" ds:itemID="{D3350DA9-AC6E-4400-9ECB-B3C76954422F}"/>
</file>

<file path=customXml/itemProps3.xml><?xml version="1.0" encoding="utf-8"?>
<ds:datastoreItem xmlns:ds="http://schemas.openxmlformats.org/officeDocument/2006/customXml" ds:itemID="{E30F14DD-9C97-47DA-A2A1-2F49B304E516}"/>
</file>

<file path=docProps/app.xml><?xml version="1.0" encoding="utf-8"?>
<Properties xmlns="http://schemas.openxmlformats.org/officeDocument/2006/extended-properties" xmlns:vt="http://schemas.openxmlformats.org/officeDocument/2006/docPropsVTypes">
  <Template>C:\Program Files (x86)\Microsoft Office\Templates\Presentation Designs\Niebieska przekątna.pot</Template>
  <TotalTime>1359</TotalTime>
  <Words>658</Words>
  <Application>Microsoft Office PowerPoint</Application>
  <PresentationFormat>Pokaz na ekranie (4:3)</PresentationFormat>
  <Paragraphs>56</Paragraphs>
  <Slides>20</Slides>
  <Notes>0</Notes>
  <HiddenSlides>0</HiddenSlides>
  <MMClips>0</MMClips>
  <ScaleCrop>false</ScaleCrop>
  <HeadingPairs>
    <vt:vector size="4" baseType="variant">
      <vt:variant>
        <vt:lpstr>Motyw</vt:lpstr>
      </vt:variant>
      <vt:variant>
        <vt:i4>1</vt:i4>
      </vt:variant>
      <vt:variant>
        <vt:lpstr>Tytuły slajdów</vt:lpstr>
      </vt:variant>
      <vt:variant>
        <vt:i4>20</vt:i4>
      </vt:variant>
    </vt:vector>
  </HeadingPairs>
  <TitlesOfParts>
    <vt:vector size="21" baseType="lpstr">
      <vt:lpstr>Niebieska przekątna</vt:lpstr>
      <vt:lpstr>Okablowanie: poziome, pionowe i międzybudynkowe</vt:lpstr>
      <vt:lpstr>Slajd 2</vt:lpstr>
      <vt:lpstr> W skład tego segmentu sieci wchodzą następujące elementy:</vt:lpstr>
      <vt:lpstr>Slajd 4</vt:lpstr>
      <vt:lpstr>Zalecane odległości odcinków okablowania poziomego</vt:lpstr>
      <vt:lpstr>Slajd 6</vt:lpstr>
      <vt:lpstr>Slajd 7</vt:lpstr>
      <vt:lpstr>Slajd 8</vt:lpstr>
      <vt:lpstr>Slajd 9</vt:lpstr>
      <vt:lpstr>Okablowanie pionowe</vt:lpstr>
      <vt:lpstr>Slajd 11</vt:lpstr>
      <vt:lpstr>Punkty rozdzielcze</vt:lpstr>
      <vt:lpstr>Slajd 13</vt:lpstr>
      <vt:lpstr>Slajd 14</vt:lpstr>
      <vt:lpstr>Slajd 15</vt:lpstr>
      <vt:lpstr>Slajd 16</vt:lpstr>
      <vt:lpstr>: </vt:lpstr>
      <vt:lpstr>Slajd 18</vt:lpstr>
      <vt:lpstr>Slajd 19</vt:lpstr>
      <vt:lpstr>Slajd 20</vt:lpstr>
    </vt:vector>
  </TitlesOfParts>
  <Company>PHOENIX FOUNDATION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dc:title>
  <dc:creator>Mac Gyver</dc:creator>
  <cp:lastModifiedBy>witek</cp:lastModifiedBy>
  <cp:revision>190</cp:revision>
  <cp:lastPrinted>1601-01-01T00:00:00Z</cp:lastPrinted>
  <dcterms:created xsi:type="dcterms:W3CDTF">2012-09-06T16:18:41Z</dcterms:created>
  <dcterms:modified xsi:type="dcterms:W3CDTF">2018-05-16T12:06:22Z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0x010100F32A2B355C6B8A4D84520E3262EC8049</vt:lpwstr>
  </property>
</Properties>
</file>
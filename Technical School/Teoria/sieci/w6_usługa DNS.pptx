
<file path=[Content_Types].xml><?xml version="1.0" encoding="utf-8"?>
<Types xmlns="http://schemas.openxmlformats.org/package/2006/content-types">
  <Default Extension="png" ContentType="image/png"/>
  <Default Extension="rels" ContentType="application/vnd.openxmlformats-package.relationships+xml"/>
  <Default Extension="jpeg" ContentType="image/jpeg"/>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37.xml" ContentType="application/vnd.openxmlformats-officedocument.presentationml.slide+xml"/>
  <Override PartName="/ppt/slideMasters/slideMaster1.xml" ContentType="application/vnd.openxmlformats-officedocument.presentationml.slideMaster+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sldIdLst>
    <p:sldId id="256" r:id="rId2"/>
    <p:sldId id="260" r:id="rId3"/>
    <p:sldId id="261" r:id="rId4"/>
    <p:sldId id="262" r:id="rId5"/>
    <p:sldId id="263" r:id="rId6"/>
    <p:sldId id="265" r:id="rId7"/>
    <p:sldId id="266" r:id="rId8"/>
    <p:sldId id="267" r:id="rId9"/>
    <p:sldId id="268" r:id="rId10"/>
    <p:sldId id="269" r:id="rId11"/>
    <p:sldId id="270" r:id="rId12"/>
    <p:sldId id="273" r:id="rId13"/>
    <p:sldId id="274" r:id="rId14"/>
    <p:sldId id="275" r:id="rId15"/>
    <p:sldId id="276" r:id="rId16"/>
    <p:sldId id="277" r:id="rId17"/>
    <p:sldId id="278" r:id="rId18"/>
    <p:sldId id="279" r:id="rId19"/>
    <p:sldId id="271"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72" r:id="rId35"/>
    <p:sldId id="294" r:id="rId36"/>
    <p:sldId id="295" r:id="rId37"/>
    <p:sldId id="296" r:id="rId38"/>
    <p:sldId id="297" r:id="rId39"/>
    <p:sldId id="298" r:id="rId40"/>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Times New Roman" pitchFamily="18" charset="0"/>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Times New Roman" pitchFamily="18" charset="0"/>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Times New Roman" pitchFamily="18" charset="0"/>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Times New Roman" pitchFamily="18" charset="0"/>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Times New Roman" pitchFamily="18" charset="0"/>
      </a:defRPr>
    </a:lvl5pPr>
    <a:lvl6pPr marL="2286000" algn="l" defTabSz="914400" rtl="0" eaLnBrk="1" latinLnBrk="0" hangingPunct="1">
      <a:defRPr sz="2400" kern="1200">
        <a:solidFill>
          <a:schemeClr val="tx1"/>
        </a:solidFill>
        <a:latin typeface="Times New Roman" pitchFamily="18" charset="0"/>
        <a:ea typeface="+mn-ea"/>
        <a:cs typeface="Times New Roman" pitchFamily="18" charset="0"/>
      </a:defRPr>
    </a:lvl6pPr>
    <a:lvl7pPr marL="2743200" algn="l" defTabSz="914400" rtl="0" eaLnBrk="1" latinLnBrk="0" hangingPunct="1">
      <a:defRPr sz="2400" kern="1200">
        <a:solidFill>
          <a:schemeClr val="tx1"/>
        </a:solidFill>
        <a:latin typeface="Times New Roman" pitchFamily="18" charset="0"/>
        <a:ea typeface="+mn-ea"/>
        <a:cs typeface="Times New Roman" pitchFamily="18" charset="0"/>
      </a:defRPr>
    </a:lvl7pPr>
    <a:lvl8pPr marL="3200400" algn="l" defTabSz="914400" rtl="0" eaLnBrk="1" latinLnBrk="0" hangingPunct="1">
      <a:defRPr sz="2400" kern="1200">
        <a:solidFill>
          <a:schemeClr val="tx1"/>
        </a:solidFill>
        <a:latin typeface="Times New Roman" pitchFamily="18" charset="0"/>
        <a:ea typeface="+mn-ea"/>
        <a:cs typeface="Times New Roman" pitchFamily="18" charset="0"/>
      </a:defRPr>
    </a:lvl8pPr>
    <a:lvl9pPr marL="3657600" algn="l" defTabSz="914400" rtl="0" eaLnBrk="1" latinLnBrk="0" hangingPunct="1">
      <a:defRPr sz="2400" kern="1200">
        <a:solidFill>
          <a:schemeClr val="tx1"/>
        </a:solidFill>
        <a:latin typeface="Times New Roman" pitchFamily="18" charset="0"/>
        <a:ea typeface="+mn-ea"/>
        <a:cs typeface="Times New Roman" pitchFamily="18" charset="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66FF33"/>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Styl pośredni 2 — Ak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p:cViewPr varScale="1">
        <p:scale>
          <a:sx n="97" d="100"/>
          <a:sy n="97" d="100"/>
        </p:scale>
        <p:origin x="-114" y="-15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47"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2.xml"/><Relationship Id="rId20" Type="http://schemas.openxmlformats.org/officeDocument/2006/relationships/slide" Target="slides/slide19.xml"/><Relationship Id="rId4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ajd tytułowy">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8478838" cy="6173788"/>
            <a:chOff x="0" y="0"/>
            <a:chExt cx="5341" cy="3889"/>
          </a:xfrm>
        </p:grpSpPr>
        <p:sp>
          <p:nvSpPr>
            <p:cNvPr id="5" name="Freeform 3"/>
            <p:cNvSpPr>
              <a:spLocks/>
            </p:cNvSpPr>
            <p:nvPr/>
          </p:nvSpPr>
          <p:spPr bwMode="auto">
            <a:xfrm>
              <a:off x="0" y="0"/>
              <a:ext cx="3863" cy="3889"/>
            </a:xfrm>
            <a:custGeom>
              <a:avLst/>
              <a:gdLst>
                <a:gd name="T0" fmla="*/ 3862 w 3863"/>
                <a:gd name="T1" fmla="*/ 3418 h 3889"/>
                <a:gd name="T2" fmla="*/ 457 w 3863"/>
                <a:gd name="T3" fmla="*/ 0 h 3889"/>
                <a:gd name="T4" fmla="*/ 0 w 3863"/>
                <a:gd name="T5" fmla="*/ 0 h 3889"/>
                <a:gd name="T6" fmla="*/ 0 w 3863"/>
                <a:gd name="T7" fmla="*/ 481 h 3889"/>
                <a:gd name="T8" fmla="*/ 3394 w 3863"/>
                <a:gd name="T9" fmla="*/ 3888 h 3889"/>
                <a:gd name="T10" fmla="*/ 3862 w 3863"/>
                <a:gd name="T11" fmla="*/ 3418 h 388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63" h="3889">
                  <a:moveTo>
                    <a:pt x="3862" y="3418"/>
                  </a:moveTo>
                  <a:lnTo>
                    <a:pt x="457" y="0"/>
                  </a:lnTo>
                  <a:lnTo>
                    <a:pt x="0" y="0"/>
                  </a:lnTo>
                  <a:lnTo>
                    <a:pt x="0" y="481"/>
                  </a:lnTo>
                  <a:lnTo>
                    <a:pt x="3394" y="3888"/>
                  </a:lnTo>
                  <a:lnTo>
                    <a:pt x="3862" y="3418"/>
                  </a:lnTo>
                </a:path>
              </a:pathLst>
            </a:custGeom>
            <a:solidFill>
              <a:schemeClr val="bg1">
                <a:alpha val="50195"/>
              </a:schemeClr>
            </a:solidFill>
            <a:ln w="9525">
              <a:noFill/>
              <a:round/>
              <a:headEnd type="none" w="sm" len="sm"/>
              <a:tailEnd type="none" w="sm" len="sm"/>
            </a:ln>
          </p:spPr>
          <p:txBody>
            <a:bodyPr/>
            <a:lstStyle/>
            <a:p>
              <a:pPr>
                <a:defRPr/>
              </a:pPr>
              <a:endParaRPr lang="pl-PL"/>
            </a:p>
          </p:txBody>
        </p:sp>
        <p:sp>
          <p:nvSpPr>
            <p:cNvPr id="6" name="Freeform 4"/>
            <p:cNvSpPr>
              <a:spLocks/>
            </p:cNvSpPr>
            <p:nvPr/>
          </p:nvSpPr>
          <p:spPr bwMode="auto">
            <a:xfrm>
              <a:off x="860" y="0"/>
              <a:ext cx="3394" cy="3223"/>
            </a:xfrm>
            <a:custGeom>
              <a:avLst/>
              <a:gdLst>
                <a:gd name="T0" fmla="*/ 370 w 3394"/>
                <a:gd name="T1" fmla="*/ 0 h 3223"/>
                <a:gd name="T2" fmla="*/ 3393 w 3394"/>
                <a:gd name="T3" fmla="*/ 3036 h 3223"/>
                <a:gd name="T4" fmla="*/ 3208 w 3394"/>
                <a:gd name="T5" fmla="*/ 3222 h 3223"/>
                <a:gd name="T6" fmla="*/ 0 w 3394"/>
                <a:gd name="T7" fmla="*/ 0 h 3223"/>
                <a:gd name="T8" fmla="*/ 370 w 3394"/>
                <a:gd name="T9" fmla="*/ 0 h 3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94" h="3223">
                  <a:moveTo>
                    <a:pt x="370" y="0"/>
                  </a:moveTo>
                  <a:lnTo>
                    <a:pt x="3393" y="3036"/>
                  </a:lnTo>
                  <a:lnTo>
                    <a:pt x="3208" y="3222"/>
                  </a:lnTo>
                  <a:lnTo>
                    <a:pt x="0" y="0"/>
                  </a:lnTo>
                  <a:lnTo>
                    <a:pt x="370" y="0"/>
                  </a:lnTo>
                </a:path>
              </a:pathLst>
            </a:custGeom>
            <a:solidFill>
              <a:schemeClr val="bg1">
                <a:alpha val="50195"/>
              </a:schemeClr>
            </a:solidFill>
            <a:ln w="9525">
              <a:noFill/>
              <a:round/>
              <a:headEnd type="none" w="sm" len="sm"/>
              <a:tailEnd type="none" w="sm" len="sm"/>
            </a:ln>
          </p:spPr>
          <p:txBody>
            <a:bodyPr/>
            <a:lstStyle/>
            <a:p>
              <a:pPr>
                <a:defRPr/>
              </a:pPr>
              <a:endParaRPr lang="pl-PL"/>
            </a:p>
          </p:txBody>
        </p:sp>
        <p:sp>
          <p:nvSpPr>
            <p:cNvPr id="7" name="Freeform 5"/>
            <p:cNvSpPr>
              <a:spLocks/>
            </p:cNvSpPr>
            <p:nvPr/>
          </p:nvSpPr>
          <p:spPr bwMode="auto">
            <a:xfrm>
              <a:off x="2187" y="0"/>
              <a:ext cx="2859" cy="2556"/>
            </a:xfrm>
            <a:custGeom>
              <a:avLst/>
              <a:gdLst>
                <a:gd name="T0" fmla="*/ 630 w 2859"/>
                <a:gd name="T1" fmla="*/ 0 h 2556"/>
                <a:gd name="T2" fmla="*/ 2858 w 2859"/>
                <a:gd name="T3" fmla="*/ 2238 h 2556"/>
                <a:gd name="T4" fmla="*/ 2543 w 2859"/>
                <a:gd name="T5" fmla="*/ 2555 h 2556"/>
                <a:gd name="T6" fmla="*/ 0 w 2859"/>
                <a:gd name="T7" fmla="*/ 0 h 2556"/>
                <a:gd name="T8" fmla="*/ 630 w 2859"/>
                <a:gd name="T9" fmla="*/ 0 h 25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59" h="2556">
                  <a:moveTo>
                    <a:pt x="630" y="0"/>
                  </a:moveTo>
                  <a:lnTo>
                    <a:pt x="2858" y="2238"/>
                  </a:lnTo>
                  <a:lnTo>
                    <a:pt x="2543" y="2555"/>
                  </a:lnTo>
                  <a:lnTo>
                    <a:pt x="0" y="0"/>
                  </a:lnTo>
                  <a:lnTo>
                    <a:pt x="630" y="0"/>
                  </a:lnTo>
                </a:path>
              </a:pathLst>
            </a:custGeom>
            <a:solidFill>
              <a:schemeClr val="bg1">
                <a:alpha val="50195"/>
              </a:schemeClr>
            </a:solidFill>
            <a:ln w="9525">
              <a:noFill/>
              <a:round/>
              <a:headEnd type="none" w="sm" len="sm"/>
              <a:tailEnd type="none" w="sm" len="sm"/>
            </a:ln>
          </p:spPr>
          <p:txBody>
            <a:bodyPr/>
            <a:lstStyle/>
            <a:p>
              <a:pPr>
                <a:defRPr/>
              </a:pPr>
              <a:endParaRPr lang="pl-PL"/>
            </a:p>
          </p:txBody>
        </p:sp>
        <p:sp>
          <p:nvSpPr>
            <p:cNvPr id="8" name="Freeform 6"/>
            <p:cNvSpPr>
              <a:spLocks/>
            </p:cNvSpPr>
            <p:nvPr/>
          </p:nvSpPr>
          <p:spPr bwMode="auto">
            <a:xfrm>
              <a:off x="3055" y="0"/>
              <a:ext cx="2286" cy="2121"/>
            </a:xfrm>
            <a:custGeom>
              <a:avLst/>
              <a:gdLst>
                <a:gd name="T0" fmla="*/ 0 w 2286"/>
                <a:gd name="T1" fmla="*/ 0 h 2121"/>
                <a:gd name="T2" fmla="*/ 2111 w 2286"/>
                <a:gd name="T3" fmla="*/ 2120 h 2121"/>
                <a:gd name="T4" fmla="*/ 2285 w 2286"/>
                <a:gd name="T5" fmla="*/ 1945 h 2121"/>
                <a:gd name="T6" fmla="*/ 348 w 2286"/>
                <a:gd name="T7" fmla="*/ 0 h 2121"/>
                <a:gd name="T8" fmla="*/ 0 w 2286"/>
                <a:gd name="T9" fmla="*/ 0 h 21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86" h="2121">
                  <a:moveTo>
                    <a:pt x="0" y="0"/>
                  </a:moveTo>
                  <a:lnTo>
                    <a:pt x="2111" y="2120"/>
                  </a:lnTo>
                  <a:lnTo>
                    <a:pt x="2285" y="1945"/>
                  </a:lnTo>
                  <a:lnTo>
                    <a:pt x="348" y="0"/>
                  </a:lnTo>
                  <a:lnTo>
                    <a:pt x="0" y="0"/>
                  </a:lnTo>
                </a:path>
              </a:pathLst>
            </a:custGeom>
            <a:solidFill>
              <a:schemeClr val="bg1">
                <a:alpha val="50195"/>
              </a:schemeClr>
            </a:solidFill>
            <a:ln w="9525">
              <a:noFill/>
              <a:round/>
              <a:headEnd type="none" w="sm" len="sm"/>
              <a:tailEnd type="none" w="sm" len="sm"/>
            </a:ln>
          </p:spPr>
          <p:txBody>
            <a:bodyPr/>
            <a:lstStyle/>
            <a:p>
              <a:pPr>
                <a:defRPr/>
              </a:pPr>
              <a:endParaRPr lang="pl-PL"/>
            </a:p>
          </p:txBody>
        </p:sp>
      </p:grpSp>
      <p:sp>
        <p:nvSpPr>
          <p:cNvPr id="3079" name="Rectangle 7"/>
          <p:cNvSpPr>
            <a:spLocks noGrp="1" noChangeArrowheads="1"/>
          </p:cNvSpPr>
          <p:nvPr>
            <p:ph type="ctrTitle" sz="quarter"/>
          </p:nvPr>
        </p:nvSpPr>
        <p:spPr>
          <a:xfrm>
            <a:off x="685800" y="1143000"/>
            <a:ext cx="7772400" cy="1143000"/>
          </a:xfrm>
        </p:spPr>
        <p:txBody>
          <a:bodyPr/>
          <a:lstStyle>
            <a:lvl1pPr>
              <a:defRPr/>
            </a:lvl1pPr>
          </a:lstStyle>
          <a:p>
            <a:r>
              <a:rPr lang="pl-PL"/>
              <a:t>Kliknij, aby edytować styl wzorca tytułu</a:t>
            </a:r>
          </a:p>
        </p:txBody>
      </p:sp>
      <p:sp>
        <p:nvSpPr>
          <p:cNvPr id="3080" name="Rectangle 8"/>
          <p:cNvSpPr>
            <a:spLocks noGrp="1" noChangeArrowheads="1"/>
          </p:cNvSpPr>
          <p:nvPr>
            <p:ph type="subTitle" sz="quarter" idx="1"/>
          </p:nvPr>
        </p:nvSpPr>
        <p:spPr>
          <a:xfrm>
            <a:off x="1371600" y="2819400"/>
            <a:ext cx="6400800" cy="1752600"/>
          </a:xfrm>
          <a:ln w="9525">
            <a:headEnd/>
            <a:tailEnd/>
          </a:ln>
        </p:spPr>
        <p:txBody>
          <a:bodyPr lIns="92075" tIns="46038" rIns="92075" bIns="46038"/>
          <a:lstStyle>
            <a:lvl1pPr marL="0" indent="0" algn="ctr">
              <a:buFont typeface="Wingdings" pitchFamily="2" charset="2"/>
              <a:buNone/>
              <a:defRPr/>
            </a:lvl1pPr>
          </a:lstStyle>
          <a:p>
            <a:r>
              <a:rPr lang="pl-PL"/>
              <a:t>Kliknij, aby edytować styl wzorca podtytułu</a:t>
            </a:r>
          </a:p>
        </p:txBody>
      </p:sp>
      <p:sp>
        <p:nvSpPr>
          <p:cNvPr id="9" name="Rectangle 9">
            <a:extLst/>
          </p:cNvPr>
          <p:cNvSpPr>
            <a:spLocks noGrp="1" noChangeArrowheads="1"/>
          </p:cNvSpPr>
          <p:nvPr>
            <p:ph type="dt" sz="quarter" idx="10"/>
          </p:nvPr>
        </p:nvSpPr>
        <p:spPr/>
        <p:txBody>
          <a:bodyPr/>
          <a:lstStyle>
            <a:lvl1pPr>
              <a:defRPr>
                <a:solidFill>
                  <a:srgbClr val="FFFFFF"/>
                </a:solidFill>
              </a:defRPr>
            </a:lvl1pPr>
          </a:lstStyle>
          <a:p>
            <a:pPr>
              <a:defRPr/>
            </a:pPr>
            <a:endParaRPr lang="pl-PL"/>
          </a:p>
        </p:txBody>
      </p:sp>
      <p:sp>
        <p:nvSpPr>
          <p:cNvPr id="10" name="Rectangle 10">
            <a:extLst/>
          </p:cNvPr>
          <p:cNvSpPr>
            <a:spLocks noGrp="1" noChangeArrowheads="1"/>
          </p:cNvSpPr>
          <p:nvPr>
            <p:ph type="ftr" sz="quarter" idx="11"/>
          </p:nvPr>
        </p:nvSpPr>
        <p:spPr/>
        <p:txBody>
          <a:bodyPr/>
          <a:lstStyle>
            <a:lvl1pPr>
              <a:defRPr>
                <a:solidFill>
                  <a:srgbClr val="FFFFFF"/>
                </a:solidFill>
              </a:defRPr>
            </a:lvl1pPr>
          </a:lstStyle>
          <a:p>
            <a:pPr>
              <a:defRPr/>
            </a:pPr>
            <a:endParaRPr lang="pl-PL"/>
          </a:p>
        </p:txBody>
      </p:sp>
      <p:sp>
        <p:nvSpPr>
          <p:cNvPr id="11" name="Rectangle 11">
            <a:extLst/>
          </p:cNvPr>
          <p:cNvSpPr>
            <a:spLocks noGrp="1" noChangeArrowheads="1"/>
          </p:cNvSpPr>
          <p:nvPr>
            <p:ph type="sldNum" sz="quarter" idx="12"/>
          </p:nvPr>
        </p:nvSpPr>
        <p:spPr/>
        <p:txBody>
          <a:bodyPr/>
          <a:lstStyle>
            <a:lvl1pPr>
              <a:defRPr smtClean="0">
                <a:solidFill>
                  <a:srgbClr val="FFFFFF"/>
                </a:solidFill>
              </a:defRPr>
            </a:lvl1pPr>
          </a:lstStyle>
          <a:p>
            <a:pPr>
              <a:defRPr/>
            </a:pPr>
            <a:fld id="{26B53A60-F72A-44E3-BC73-CF1172662ACC}" type="slidenum">
              <a:rPr lang="pl-PL" altLang="pl-PL"/>
              <a:pPr>
                <a:defRPr/>
              </a:pPr>
              <a:t>‹#›</a:t>
            </a:fld>
            <a:endParaRPr lang="pl-PL" altLang="pl-P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Rectangle 9">
            <a:extLst/>
          </p:cNvPr>
          <p:cNvSpPr>
            <a:spLocks noGrp="1" noChangeArrowheads="1"/>
          </p:cNvSpPr>
          <p:nvPr>
            <p:ph type="dt" sz="half" idx="10"/>
          </p:nvPr>
        </p:nvSpPr>
        <p:spPr>
          <a:ln/>
        </p:spPr>
        <p:txBody>
          <a:bodyPr/>
          <a:lstStyle>
            <a:lvl1pPr>
              <a:defRPr/>
            </a:lvl1pPr>
          </a:lstStyle>
          <a:p>
            <a:pPr>
              <a:defRPr/>
            </a:pPr>
            <a:endParaRPr lang="pl-PL"/>
          </a:p>
        </p:txBody>
      </p:sp>
      <p:sp>
        <p:nvSpPr>
          <p:cNvPr id="5" name="Rectangle 10">
            <a:extLst/>
          </p:cNvPr>
          <p:cNvSpPr>
            <a:spLocks noGrp="1" noChangeArrowheads="1"/>
          </p:cNvSpPr>
          <p:nvPr>
            <p:ph type="ftr" sz="quarter" idx="11"/>
          </p:nvPr>
        </p:nvSpPr>
        <p:spPr>
          <a:ln/>
        </p:spPr>
        <p:txBody>
          <a:bodyPr/>
          <a:lstStyle>
            <a:lvl1pPr>
              <a:defRPr/>
            </a:lvl1pPr>
          </a:lstStyle>
          <a:p>
            <a:pPr>
              <a:defRPr/>
            </a:pPr>
            <a:endParaRPr lang="pl-PL"/>
          </a:p>
        </p:txBody>
      </p:sp>
      <p:sp>
        <p:nvSpPr>
          <p:cNvPr id="6" name="Rectangle 11">
            <a:extLst/>
          </p:cNvPr>
          <p:cNvSpPr>
            <a:spLocks noGrp="1" noChangeArrowheads="1"/>
          </p:cNvSpPr>
          <p:nvPr>
            <p:ph type="sldNum" sz="quarter" idx="12"/>
          </p:nvPr>
        </p:nvSpPr>
        <p:spPr>
          <a:ln/>
        </p:spPr>
        <p:txBody>
          <a:bodyPr/>
          <a:lstStyle>
            <a:lvl1pPr>
              <a:defRPr/>
            </a:lvl1pPr>
          </a:lstStyle>
          <a:p>
            <a:pPr>
              <a:defRPr/>
            </a:pPr>
            <a:fld id="{9E852CC1-3A1D-4A0D-8A5C-4D36BC0928E5}" type="slidenum">
              <a:rPr lang="pl-PL" altLang="pl-PL"/>
              <a:pPr>
                <a:defRPr/>
              </a:pPr>
              <a:t>‹#›</a:t>
            </a:fld>
            <a:endParaRPr lang="pl-PL" altLang="pl-P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722313" y="4406900"/>
            <a:ext cx="7772400" cy="1362075"/>
          </a:xfrm>
        </p:spPr>
        <p:txBody>
          <a:bodyPr anchor="t"/>
          <a:lstStyle>
            <a:lvl1pPr algn="l">
              <a:defRPr sz="4000" b="1" cap="all"/>
            </a:lvl1pPr>
          </a:lstStyle>
          <a:p>
            <a:r>
              <a:rPr lang="pl-PL"/>
              <a:t>Kliknij, aby edytować styl</a:t>
            </a:r>
          </a:p>
        </p:txBody>
      </p:sp>
      <p:sp>
        <p:nvSpPr>
          <p:cNvPr id="3" name="Symbol zastępczy tekstu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pl-PL"/>
              <a:t>Kliknij, aby edytować style wzorca tekstu</a:t>
            </a:r>
          </a:p>
        </p:txBody>
      </p:sp>
      <p:sp>
        <p:nvSpPr>
          <p:cNvPr id="4" name="Rectangle 9">
            <a:extLst/>
          </p:cNvPr>
          <p:cNvSpPr>
            <a:spLocks noGrp="1" noChangeArrowheads="1"/>
          </p:cNvSpPr>
          <p:nvPr>
            <p:ph type="dt" sz="half" idx="10"/>
          </p:nvPr>
        </p:nvSpPr>
        <p:spPr>
          <a:ln/>
        </p:spPr>
        <p:txBody>
          <a:bodyPr/>
          <a:lstStyle>
            <a:lvl1pPr>
              <a:defRPr/>
            </a:lvl1pPr>
          </a:lstStyle>
          <a:p>
            <a:pPr>
              <a:defRPr/>
            </a:pPr>
            <a:endParaRPr lang="pl-PL"/>
          </a:p>
        </p:txBody>
      </p:sp>
      <p:sp>
        <p:nvSpPr>
          <p:cNvPr id="5" name="Rectangle 10">
            <a:extLst/>
          </p:cNvPr>
          <p:cNvSpPr>
            <a:spLocks noGrp="1" noChangeArrowheads="1"/>
          </p:cNvSpPr>
          <p:nvPr>
            <p:ph type="ftr" sz="quarter" idx="11"/>
          </p:nvPr>
        </p:nvSpPr>
        <p:spPr>
          <a:ln/>
        </p:spPr>
        <p:txBody>
          <a:bodyPr/>
          <a:lstStyle>
            <a:lvl1pPr>
              <a:defRPr/>
            </a:lvl1pPr>
          </a:lstStyle>
          <a:p>
            <a:pPr>
              <a:defRPr/>
            </a:pPr>
            <a:endParaRPr lang="pl-PL"/>
          </a:p>
        </p:txBody>
      </p:sp>
      <p:sp>
        <p:nvSpPr>
          <p:cNvPr id="6" name="Rectangle 11">
            <a:extLst/>
          </p:cNvPr>
          <p:cNvSpPr>
            <a:spLocks noGrp="1" noChangeArrowheads="1"/>
          </p:cNvSpPr>
          <p:nvPr>
            <p:ph type="sldNum" sz="quarter" idx="12"/>
          </p:nvPr>
        </p:nvSpPr>
        <p:spPr>
          <a:ln/>
        </p:spPr>
        <p:txBody>
          <a:bodyPr/>
          <a:lstStyle>
            <a:lvl1pPr>
              <a:defRPr/>
            </a:lvl1pPr>
          </a:lstStyle>
          <a:p>
            <a:pPr>
              <a:defRPr/>
            </a:pPr>
            <a:fld id="{836DCDD6-BE62-47FF-9B48-3428004FFA1A}" type="slidenum">
              <a:rPr lang="pl-PL" altLang="pl-PL"/>
              <a:pPr>
                <a:defRPr/>
              </a:pPr>
              <a:t>‹#›</a:t>
            </a:fld>
            <a:endParaRPr lang="pl-PL" altLang="pl-P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685800" y="1641475"/>
            <a:ext cx="38100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4648200" y="1641475"/>
            <a:ext cx="3810000" cy="44545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Rectangle 9">
            <a:extLst/>
          </p:cNvPr>
          <p:cNvSpPr>
            <a:spLocks noGrp="1" noChangeArrowheads="1"/>
          </p:cNvSpPr>
          <p:nvPr>
            <p:ph type="dt" sz="half" idx="10"/>
          </p:nvPr>
        </p:nvSpPr>
        <p:spPr>
          <a:ln/>
        </p:spPr>
        <p:txBody>
          <a:bodyPr/>
          <a:lstStyle>
            <a:lvl1pPr>
              <a:defRPr/>
            </a:lvl1pPr>
          </a:lstStyle>
          <a:p>
            <a:pPr>
              <a:defRPr/>
            </a:pPr>
            <a:endParaRPr lang="pl-PL"/>
          </a:p>
        </p:txBody>
      </p:sp>
      <p:sp>
        <p:nvSpPr>
          <p:cNvPr id="6" name="Rectangle 10">
            <a:extLst/>
          </p:cNvPr>
          <p:cNvSpPr>
            <a:spLocks noGrp="1" noChangeArrowheads="1"/>
          </p:cNvSpPr>
          <p:nvPr>
            <p:ph type="ftr" sz="quarter" idx="11"/>
          </p:nvPr>
        </p:nvSpPr>
        <p:spPr>
          <a:ln/>
        </p:spPr>
        <p:txBody>
          <a:bodyPr/>
          <a:lstStyle>
            <a:lvl1pPr>
              <a:defRPr/>
            </a:lvl1pPr>
          </a:lstStyle>
          <a:p>
            <a:pPr>
              <a:defRPr/>
            </a:pPr>
            <a:endParaRPr lang="pl-PL"/>
          </a:p>
        </p:txBody>
      </p:sp>
      <p:sp>
        <p:nvSpPr>
          <p:cNvPr id="7" name="Rectangle 11">
            <a:extLst/>
          </p:cNvPr>
          <p:cNvSpPr>
            <a:spLocks noGrp="1" noChangeArrowheads="1"/>
          </p:cNvSpPr>
          <p:nvPr>
            <p:ph type="sldNum" sz="quarter" idx="12"/>
          </p:nvPr>
        </p:nvSpPr>
        <p:spPr>
          <a:ln/>
        </p:spPr>
        <p:txBody>
          <a:bodyPr/>
          <a:lstStyle>
            <a:lvl1pPr>
              <a:defRPr/>
            </a:lvl1pPr>
          </a:lstStyle>
          <a:p>
            <a:pPr>
              <a:defRPr/>
            </a:pPr>
            <a:fld id="{8077E4E2-BB62-4811-8EDB-73F5B89D35DC}" type="slidenum">
              <a:rPr lang="pl-PL" altLang="pl-PL"/>
              <a:pPr>
                <a:defRPr/>
              </a:pPr>
              <a:t>‹#›</a:t>
            </a:fld>
            <a:endParaRPr lang="pl-PL" altLang="pl-P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a:xfrm>
            <a:off x="457200" y="274638"/>
            <a:ext cx="8229600" cy="1143000"/>
          </a:xfrm>
        </p:spPr>
        <p:txBody>
          <a:bodyPr/>
          <a:lstStyle>
            <a:lvl1pPr>
              <a:defRPr/>
            </a:lvl1pPr>
          </a:lstStyle>
          <a:p>
            <a:r>
              <a:rPr lang="pl-PL"/>
              <a:t>Kliknij, aby edytować styl</a:t>
            </a:r>
          </a:p>
        </p:txBody>
      </p:sp>
      <p:sp>
        <p:nvSpPr>
          <p:cNvPr id="3" name="Symbol zastępczy tekst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Rectangle 9">
            <a:extLst/>
          </p:cNvPr>
          <p:cNvSpPr>
            <a:spLocks noGrp="1" noChangeArrowheads="1"/>
          </p:cNvSpPr>
          <p:nvPr>
            <p:ph type="dt" sz="half" idx="10"/>
          </p:nvPr>
        </p:nvSpPr>
        <p:spPr>
          <a:ln/>
        </p:spPr>
        <p:txBody>
          <a:bodyPr/>
          <a:lstStyle>
            <a:lvl1pPr>
              <a:defRPr/>
            </a:lvl1pPr>
          </a:lstStyle>
          <a:p>
            <a:pPr>
              <a:defRPr/>
            </a:pPr>
            <a:endParaRPr lang="pl-PL"/>
          </a:p>
        </p:txBody>
      </p:sp>
      <p:sp>
        <p:nvSpPr>
          <p:cNvPr id="8" name="Rectangle 10">
            <a:extLst/>
          </p:cNvPr>
          <p:cNvSpPr>
            <a:spLocks noGrp="1" noChangeArrowheads="1"/>
          </p:cNvSpPr>
          <p:nvPr>
            <p:ph type="ftr" sz="quarter" idx="11"/>
          </p:nvPr>
        </p:nvSpPr>
        <p:spPr>
          <a:ln/>
        </p:spPr>
        <p:txBody>
          <a:bodyPr/>
          <a:lstStyle>
            <a:lvl1pPr>
              <a:defRPr/>
            </a:lvl1pPr>
          </a:lstStyle>
          <a:p>
            <a:pPr>
              <a:defRPr/>
            </a:pPr>
            <a:endParaRPr lang="pl-PL"/>
          </a:p>
        </p:txBody>
      </p:sp>
      <p:sp>
        <p:nvSpPr>
          <p:cNvPr id="9" name="Rectangle 11">
            <a:extLst/>
          </p:cNvPr>
          <p:cNvSpPr>
            <a:spLocks noGrp="1" noChangeArrowheads="1"/>
          </p:cNvSpPr>
          <p:nvPr>
            <p:ph type="sldNum" sz="quarter" idx="12"/>
          </p:nvPr>
        </p:nvSpPr>
        <p:spPr>
          <a:ln/>
        </p:spPr>
        <p:txBody>
          <a:bodyPr/>
          <a:lstStyle>
            <a:lvl1pPr>
              <a:defRPr/>
            </a:lvl1pPr>
          </a:lstStyle>
          <a:p>
            <a:pPr>
              <a:defRPr/>
            </a:pPr>
            <a:fld id="{D6BA84B7-92CA-4A00-BFC4-AC1CA7FEDA67}" type="slidenum">
              <a:rPr lang="pl-PL" altLang="pl-PL"/>
              <a:pPr>
                <a:defRPr/>
              </a:pPr>
              <a:t>‹#›</a:t>
            </a:fld>
            <a:endParaRPr lang="pl-PL" altLang="pl-P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Rectangle 9">
            <a:extLst/>
          </p:cNvPr>
          <p:cNvSpPr>
            <a:spLocks noGrp="1" noChangeArrowheads="1"/>
          </p:cNvSpPr>
          <p:nvPr>
            <p:ph type="dt" sz="half" idx="10"/>
          </p:nvPr>
        </p:nvSpPr>
        <p:spPr>
          <a:ln/>
        </p:spPr>
        <p:txBody>
          <a:bodyPr/>
          <a:lstStyle>
            <a:lvl1pPr>
              <a:defRPr/>
            </a:lvl1pPr>
          </a:lstStyle>
          <a:p>
            <a:pPr>
              <a:defRPr/>
            </a:pPr>
            <a:endParaRPr lang="pl-PL"/>
          </a:p>
        </p:txBody>
      </p:sp>
      <p:sp>
        <p:nvSpPr>
          <p:cNvPr id="4" name="Rectangle 10">
            <a:extLst/>
          </p:cNvPr>
          <p:cNvSpPr>
            <a:spLocks noGrp="1" noChangeArrowheads="1"/>
          </p:cNvSpPr>
          <p:nvPr>
            <p:ph type="ftr" sz="quarter" idx="11"/>
          </p:nvPr>
        </p:nvSpPr>
        <p:spPr>
          <a:ln/>
        </p:spPr>
        <p:txBody>
          <a:bodyPr/>
          <a:lstStyle>
            <a:lvl1pPr>
              <a:defRPr/>
            </a:lvl1pPr>
          </a:lstStyle>
          <a:p>
            <a:pPr>
              <a:defRPr/>
            </a:pPr>
            <a:endParaRPr lang="pl-PL"/>
          </a:p>
        </p:txBody>
      </p:sp>
      <p:sp>
        <p:nvSpPr>
          <p:cNvPr id="5" name="Rectangle 11">
            <a:extLst/>
          </p:cNvPr>
          <p:cNvSpPr>
            <a:spLocks noGrp="1" noChangeArrowheads="1"/>
          </p:cNvSpPr>
          <p:nvPr>
            <p:ph type="sldNum" sz="quarter" idx="12"/>
          </p:nvPr>
        </p:nvSpPr>
        <p:spPr>
          <a:ln/>
        </p:spPr>
        <p:txBody>
          <a:bodyPr/>
          <a:lstStyle>
            <a:lvl1pPr>
              <a:defRPr/>
            </a:lvl1pPr>
          </a:lstStyle>
          <a:p>
            <a:pPr>
              <a:defRPr/>
            </a:pPr>
            <a:fld id="{2B8ECA2A-1878-47D1-A233-0CAA25950B74}" type="slidenum">
              <a:rPr lang="pl-PL" altLang="pl-PL"/>
              <a:pPr>
                <a:defRPr/>
              </a:pPr>
              <a:t>‹#›</a:t>
            </a:fld>
            <a:endParaRPr lang="pl-PL" altLang="pl-P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Rectangle 9">
            <a:extLst/>
          </p:cNvPr>
          <p:cNvSpPr>
            <a:spLocks noGrp="1" noChangeArrowheads="1"/>
          </p:cNvSpPr>
          <p:nvPr>
            <p:ph type="dt" sz="half" idx="10"/>
          </p:nvPr>
        </p:nvSpPr>
        <p:spPr>
          <a:ln/>
        </p:spPr>
        <p:txBody>
          <a:bodyPr/>
          <a:lstStyle>
            <a:lvl1pPr>
              <a:defRPr/>
            </a:lvl1pPr>
          </a:lstStyle>
          <a:p>
            <a:pPr>
              <a:defRPr/>
            </a:pPr>
            <a:endParaRPr lang="pl-PL"/>
          </a:p>
        </p:txBody>
      </p:sp>
      <p:sp>
        <p:nvSpPr>
          <p:cNvPr id="3" name="Rectangle 10">
            <a:extLst/>
          </p:cNvPr>
          <p:cNvSpPr>
            <a:spLocks noGrp="1" noChangeArrowheads="1"/>
          </p:cNvSpPr>
          <p:nvPr>
            <p:ph type="ftr" sz="quarter" idx="11"/>
          </p:nvPr>
        </p:nvSpPr>
        <p:spPr>
          <a:ln/>
        </p:spPr>
        <p:txBody>
          <a:bodyPr/>
          <a:lstStyle>
            <a:lvl1pPr>
              <a:defRPr/>
            </a:lvl1pPr>
          </a:lstStyle>
          <a:p>
            <a:pPr>
              <a:defRPr/>
            </a:pPr>
            <a:endParaRPr lang="pl-PL"/>
          </a:p>
        </p:txBody>
      </p:sp>
      <p:sp>
        <p:nvSpPr>
          <p:cNvPr id="4" name="Rectangle 11">
            <a:extLst/>
          </p:cNvPr>
          <p:cNvSpPr>
            <a:spLocks noGrp="1" noChangeArrowheads="1"/>
          </p:cNvSpPr>
          <p:nvPr>
            <p:ph type="sldNum" sz="quarter" idx="12"/>
          </p:nvPr>
        </p:nvSpPr>
        <p:spPr>
          <a:ln/>
        </p:spPr>
        <p:txBody>
          <a:bodyPr/>
          <a:lstStyle>
            <a:lvl1pPr>
              <a:defRPr/>
            </a:lvl1pPr>
          </a:lstStyle>
          <a:p>
            <a:pPr>
              <a:defRPr/>
            </a:pPr>
            <a:fld id="{808A1DEB-26B2-452D-859A-0A329F5A758E}" type="slidenum">
              <a:rPr lang="pl-PL" altLang="pl-PL"/>
              <a:pPr>
                <a:defRPr/>
              </a:pPr>
              <a:t>‹#›</a:t>
            </a:fld>
            <a:endParaRPr lang="pl-PL" altLang="pl-P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457200" y="273050"/>
            <a:ext cx="3008313" cy="1162050"/>
          </a:xfrm>
        </p:spPr>
        <p:txBody>
          <a:bodyPr anchor="b"/>
          <a:lstStyle>
            <a:lvl1pPr algn="l">
              <a:defRPr sz="2000" b="1"/>
            </a:lvl1pPr>
          </a:lstStyle>
          <a:p>
            <a:r>
              <a:rPr lang="pl-PL"/>
              <a:t>Kliknij, aby edytować styl</a:t>
            </a:r>
          </a:p>
        </p:txBody>
      </p:sp>
      <p:sp>
        <p:nvSpPr>
          <p:cNvPr id="3" name="Symbol zastępczy zawartości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Rectangle 9">
            <a:extLst/>
          </p:cNvPr>
          <p:cNvSpPr>
            <a:spLocks noGrp="1" noChangeArrowheads="1"/>
          </p:cNvSpPr>
          <p:nvPr>
            <p:ph type="dt" sz="half" idx="10"/>
          </p:nvPr>
        </p:nvSpPr>
        <p:spPr>
          <a:ln/>
        </p:spPr>
        <p:txBody>
          <a:bodyPr/>
          <a:lstStyle>
            <a:lvl1pPr>
              <a:defRPr/>
            </a:lvl1pPr>
          </a:lstStyle>
          <a:p>
            <a:pPr>
              <a:defRPr/>
            </a:pPr>
            <a:endParaRPr lang="pl-PL"/>
          </a:p>
        </p:txBody>
      </p:sp>
      <p:sp>
        <p:nvSpPr>
          <p:cNvPr id="6" name="Rectangle 10">
            <a:extLst/>
          </p:cNvPr>
          <p:cNvSpPr>
            <a:spLocks noGrp="1" noChangeArrowheads="1"/>
          </p:cNvSpPr>
          <p:nvPr>
            <p:ph type="ftr" sz="quarter" idx="11"/>
          </p:nvPr>
        </p:nvSpPr>
        <p:spPr>
          <a:ln/>
        </p:spPr>
        <p:txBody>
          <a:bodyPr/>
          <a:lstStyle>
            <a:lvl1pPr>
              <a:defRPr/>
            </a:lvl1pPr>
          </a:lstStyle>
          <a:p>
            <a:pPr>
              <a:defRPr/>
            </a:pPr>
            <a:endParaRPr lang="pl-PL"/>
          </a:p>
        </p:txBody>
      </p:sp>
      <p:sp>
        <p:nvSpPr>
          <p:cNvPr id="7" name="Rectangle 11">
            <a:extLst/>
          </p:cNvPr>
          <p:cNvSpPr>
            <a:spLocks noGrp="1" noChangeArrowheads="1"/>
          </p:cNvSpPr>
          <p:nvPr>
            <p:ph type="sldNum" sz="quarter" idx="12"/>
          </p:nvPr>
        </p:nvSpPr>
        <p:spPr>
          <a:ln/>
        </p:spPr>
        <p:txBody>
          <a:bodyPr/>
          <a:lstStyle>
            <a:lvl1pPr>
              <a:defRPr/>
            </a:lvl1pPr>
          </a:lstStyle>
          <a:p>
            <a:pPr>
              <a:defRPr/>
            </a:pPr>
            <a:fld id="{5631AF7B-BFC2-44ED-8159-C0F8DCE9ED17}" type="slidenum">
              <a:rPr lang="pl-PL" altLang="pl-PL"/>
              <a:pPr>
                <a:defRPr/>
              </a:pPr>
              <a:t>‹#›</a:t>
            </a:fld>
            <a:endParaRPr lang="pl-PL" altLang="pl-P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1792288" y="4800600"/>
            <a:ext cx="5486400" cy="566738"/>
          </a:xfrm>
        </p:spPr>
        <p:txBody>
          <a:bodyPr anchor="b"/>
          <a:lstStyle>
            <a:lvl1pPr algn="l">
              <a:defRPr sz="2000" b="1"/>
            </a:lvl1pPr>
          </a:lstStyle>
          <a:p>
            <a:r>
              <a:rPr lang="pl-PL"/>
              <a:t>Kliknij, aby edytować styl</a:t>
            </a:r>
          </a:p>
        </p:txBody>
      </p:sp>
      <p:sp>
        <p:nvSpPr>
          <p:cNvPr id="3" name="Symbol zastępczy obraz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l-PL" noProof="0"/>
          </a:p>
        </p:txBody>
      </p:sp>
      <p:sp>
        <p:nvSpPr>
          <p:cNvPr id="4" name="Symbol zastępczy tekst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Rectangle 9">
            <a:extLst/>
          </p:cNvPr>
          <p:cNvSpPr>
            <a:spLocks noGrp="1" noChangeArrowheads="1"/>
          </p:cNvSpPr>
          <p:nvPr>
            <p:ph type="dt" sz="half" idx="10"/>
          </p:nvPr>
        </p:nvSpPr>
        <p:spPr>
          <a:ln/>
        </p:spPr>
        <p:txBody>
          <a:bodyPr/>
          <a:lstStyle>
            <a:lvl1pPr>
              <a:defRPr/>
            </a:lvl1pPr>
          </a:lstStyle>
          <a:p>
            <a:pPr>
              <a:defRPr/>
            </a:pPr>
            <a:endParaRPr lang="pl-PL"/>
          </a:p>
        </p:txBody>
      </p:sp>
      <p:sp>
        <p:nvSpPr>
          <p:cNvPr id="6" name="Rectangle 10">
            <a:extLst/>
          </p:cNvPr>
          <p:cNvSpPr>
            <a:spLocks noGrp="1" noChangeArrowheads="1"/>
          </p:cNvSpPr>
          <p:nvPr>
            <p:ph type="ftr" sz="quarter" idx="11"/>
          </p:nvPr>
        </p:nvSpPr>
        <p:spPr>
          <a:ln/>
        </p:spPr>
        <p:txBody>
          <a:bodyPr/>
          <a:lstStyle>
            <a:lvl1pPr>
              <a:defRPr/>
            </a:lvl1pPr>
          </a:lstStyle>
          <a:p>
            <a:pPr>
              <a:defRPr/>
            </a:pPr>
            <a:endParaRPr lang="pl-PL"/>
          </a:p>
        </p:txBody>
      </p:sp>
      <p:sp>
        <p:nvSpPr>
          <p:cNvPr id="7" name="Rectangle 11">
            <a:extLst/>
          </p:cNvPr>
          <p:cNvSpPr>
            <a:spLocks noGrp="1" noChangeArrowheads="1"/>
          </p:cNvSpPr>
          <p:nvPr>
            <p:ph type="sldNum" sz="quarter" idx="12"/>
          </p:nvPr>
        </p:nvSpPr>
        <p:spPr>
          <a:ln/>
        </p:spPr>
        <p:txBody>
          <a:bodyPr/>
          <a:lstStyle>
            <a:lvl1pPr>
              <a:defRPr/>
            </a:lvl1pPr>
          </a:lstStyle>
          <a:p>
            <a:pPr>
              <a:defRPr/>
            </a:pPr>
            <a:fld id="{74727F46-457E-43C2-959A-746E8897E9E0}" type="slidenum">
              <a:rPr lang="pl-PL" altLang="pl-PL"/>
              <a:pPr>
                <a:defRPr/>
              </a:pPr>
              <a:t>‹#›</a:t>
            </a:fld>
            <a:endParaRPr lang="pl-PL" altLang="pl-P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Rectangle 9">
            <a:extLst/>
          </p:cNvPr>
          <p:cNvSpPr>
            <a:spLocks noGrp="1" noChangeArrowheads="1"/>
          </p:cNvSpPr>
          <p:nvPr>
            <p:ph type="dt" sz="half" idx="10"/>
          </p:nvPr>
        </p:nvSpPr>
        <p:spPr>
          <a:ln/>
        </p:spPr>
        <p:txBody>
          <a:bodyPr/>
          <a:lstStyle>
            <a:lvl1pPr>
              <a:defRPr/>
            </a:lvl1pPr>
          </a:lstStyle>
          <a:p>
            <a:pPr>
              <a:defRPr/>
            </a:pPr>
            <a:endParaRPr lang="pl-PL"/>
          </a:p>
        </p:txBody>
      </p:sp>
      <p:sp>
        <p:nvSpPr>
          <p:cNvPr id="5" name="Rectangle 10">
            <a:extLst/>
          </p:cNvPr>
          <p:cNvSpPr>
            <a:spLocks noGrp="1" noChangeArrowheads="1"/>
          </p:cNvSpPr>
          <p:nvPr>
            <p:ph type="ftr" sz="quarter" idx="11"/>
          </p:nvPr>
        </p:nvSpPr>
        <p:spPr>
          <a:ln/>
        </p:spPr>
        <p:txBody>
          <a:bodyPr/>
          <a:lstStyle>
            <a:lvl1pPr>
              <a:defRPr/>
            </a:lvl1pPr>
          </a:lstStyle>
          <a:p>
            <a:pPr>
              <a:defRPr/>
            </a:pPr>
            <a:endParaRPr lang="pl-PL"/>
          </a:p>
        </p:txBody>
      </p:sp>
      <p:sp>
        <p:nvSpPr>
          <p:cNvPr id="6" name="Rectangle 11">
            <a:extLst/>
          </p:cNvPr>
          <p:cNvSpPr>
            <a:spLocks noGrp="1" noChangeArrowheads="1"/>
          </p:cNvSpPr>
          <p:nvPr>
            <p:ph type="sldNum" sz="quarter" idx="12"/>
          </p:nvPr>
        </p:nvSpPr>
        <p:spPr>
          <a:ln/>
        </p:spPr>
        <p:txBody>
          <a:bodyPr/>
          <a:lstStyle>
            <a:lvl1pPr>
              <a:defRPr/>
            </a:lvl1pPr>
          </a:lstStyle>
          <a:p>
            <a:pPr>
              <a:defRPr/>
            </a:pPr>
            <a:fld id="{2BDFD0A1-54C4-47F4-A0B8-14923260CFF5}" type="slidenum">
              <a:rPr lang="pl-PL" altLang="pl-PL"/>
              <a:pPr>
                <a:defRPr/>
              </a:pPr>
              <a:t>‹#›</a:t>
            </a:fld>
            <a:endParaRPr lang="pl-PL" altLang="pl-P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6515100" y="228600"/>
            <a:ext cx="1943100" cy="5867400"/>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685800" y="228600"/>
            <a:ext cx="5676900" cy="5867400"/>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Rectangle 9">
            <a:extLst/>
          </p:cNvPr>
          <p:cNvSpPr>
            <a:spLocks noGrp="1" noChangeArrowheads="1"/>
          </p:cNvSpPr>
          <p:nvPr>
            <p:ph type="dt" sz="half" idx="10"/>
          </p:nvPr>
        </p:nvSpPr>
        <p:spPr>
          <a:ln/>
        </p:spPr>
        <p:txBody>
          <a:bodyPr/>
          <a:lstStyle>
            <a:lvl1pPr>
              <a:defRPr/>
            </a:lvl1pPr>
          </a:lstStyle>
          <a:p>
            <a:pPr>
              <a:defRPr/>
            </a:pPr>
            <a:endParaRPr lang="pl-PL"/>
          </a:p>
        </p:txBody>
      </p:sp>
      <p:sp>
        <p:nvSpPr>
          <p:cNvPr id="5" name="Rectangle 10">
            <a:extLst/>
          </p:cNvPr>
          <p:cNvSpPr>
            <a:spLocks noGrp="1" noChangeArrowheads="1"/>
          </p:cNvSpPr>
          <p:nvPr>
            <p:ph type="ftr" sz="quarter" idx="11"/>
          </p:nvPr>
        </p:nvSpPr>
        <p:spPr>
          <a:ln/>
        </p:spPr>
        <p:txBody>
          <a:bodyPr/>
          <a:lstStyle>
            <a:lvl1pPr>
              <a:defRPr/>
            </a:lvl1pPr>
          </a:lstStyle>
          <a:p>
            <a:pPr>
              <a:defRPr/>
            </a:pPr>
            <a:endParaRPr lang="pl-PL"/>
          </a:p>
        </p:txBody>
      </p:sp>
      <p:sp>
        <p:nvSpPr>
          <p:cNvPr id="6" name="Rectangle 11">
            <a:extLst/>
          </p:cNvPr>
          <p:cNvSpPr>
            <a:spLocks noGrp="1" noChangeArrowheads="1"/>
          </p:cNvSpPr>
          <p:nvPr>
            <p:ph type="sldNum" sz="quarter" idx="12"/>
          </p:nvPr>
        </p:nvSpPr>
        <p:spPr>
          <a:ln/>
        </p:spPr>
        <p:txBody>
          <a:bodyPr/>
          <a:lstStyle>
            <a:lvl1pPr>
              <a:defRPr/>
            </a:lvl1pPr>
          </a:lstStyle>
          <a:p>
            <a:pPr>
              <a:defRPr/>
            </a:pPr>
            <a:fld id="{86CDFB6D-1A2D-40A4-81BC-5D94547B90F4}" type="slidenum">
              <a:rPr lang="pl-PL" altLang="pl-PL"/>
              <a:pPr>
                <a:defRPr/>
              </a:pPr>
              <a:t>‹#›</a:t>
            </a:fld>
            <a:endParaRPr lang="pl-PL" altLang="pl-P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bg2"/>
            </a:gs>
          </a:gsLst>
          <a:lin ang="5400000" scaled="1"/>
        </a:gra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0"/>
            <a:ext cx="8478838" cy="6173788"/>
            <a:chOff x="0" y="0"/>
            <a:chExt cx="5341" cy="3889"/>
          </a:xfrm>
        </p:grpSpPr>
        <p:sp>
          <p:nvSpPr>
            <p:cNvPr id="1032" name="Freeform 3"/>
            <p:cNvSpPr>
              <a:spLocks/>
            </p:cNvSpPr>
            <p:nvPr/>
          </p:nvSpPr>
          <p:spPr bwMode="auto">
            <a:xfrm>
              <a:off x="0" y="0"/>
              <a:ext cx="3863" cy="3889"/>
            </a:xfrm>
            <a:custGeom>
              <a:avLst/>
              <a:gdLst>
                <a:gd name="T0" fmla="*/ 3862 w 3863"/>
                <a:gd name="T1" fmla="*/ 3418 h 3889"/>
                <a:gd name="T2" fmla="*/ 457 w 3863"/>
                <a:gd name="T3" fmla="*/ 0 h 3889"/>
                <a:gd name="T4" fmla="*/ 0 w 3863"/>
                <a:gd name="T5" fmla="*/ 0 h 3889"/>
                <a:gd name="T6" fmla="*/ 0 w 3863"/>
                <a:gd name="T7" fmla="*/ 481 h 3889"/>
                <a:gd name="T8" fmla="*/ 3394 w 3863"/>
                <a:gd name="T9" fmla="*/ 3888 h 3889"/>
                <a:gd name="T10" fmla="*/ 3862 w 3863"/>
                <a:gd name="T11" fmla="*/ 3418 h 388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863" h="3889">
                  <a:moveTo>
                    <a:pt x="3862" y="3418"/>
                  </a:moveTo>
                  <a:lnTo>
                    <a:pt x="457" y="0"/>
                  </a:lnTo>
                  <a:lnTo>
                    <a:pt x="0" y="0"/>
                  </a:lnTo>
                  <a:lnTo>
                    <a:pt x="0" y="481"/>
                  </a:lnTo>
                  <a:lnTo>
                    <a:pt x="3394" y="3888"/>
                  </a:lnTo>
                  <a:lnTo>
                    <a:pt x="3862" y="3418"/>
                  </a:lnTo>
                </a:path>
              </a:pathLst>
            </a:custGeom>
            <a:solidFill>
              <a:schemeClr val="bg1">
                <a:alpha val="50195"/>
              </a:schemeClr>
            </a:solidFill>
            <a:ln w="9525">
              <a:noFill/>
              <a:round/>
              <a:headEnd type="none" w="sm" len="sm"/>
              <a:tailEnd type="none" w="sm" len="sm"/>
            </a:ln>
          </p:spPr>
          <p:txBody>
            <a:bodyPr/>
            <a:lstStyle/>
            <a:p>
              <a:pPr>
                <a:defRPr/>
              </a:pPr>
              <a:endParaRPr lang="pl-PL"/>
            </a:p>
          </p:txBody>
        </p:sp>
        <p:sp>
          <p:nvSpPr>
            <p:cNvPr id="1033" name="Freeform 4"/>
            <p:cNvSpPr>
              <a:spLocks/>
            </p:cNvSpPr>
            <p:nvPr/>
          </p:nvSpPr>
          <p:spPr bwMode="auto">
            <a:xfrm>
              <a:off x="860" y="0"/>
              <a:ext cx="3394" cy="3223"/>
            </a:xfrm>
            <a:custGeom>
              <a:avLst/>
              <a:gdLst>
                <a:gd name="T0" fmla="*/ 370 w 3394"/>
                <a:gd name="T1" fmla="*/ 0 h 3223"/>
                <a:gd name="T2" fmla="*/ 3393 w 3394"/>
                <a:gd name="T3" fmla="*/ 3036 h 3223"/>
                <a:gd name="T4" fmla="*/ 3208 w 3394"/>
                <a:gd name="T5" fmla="*/ 3222 h 3223"/>
                <a:gd name="T6" fmla="*/ 0 w 3394"/>
                <a:gd name="T7" fmla="*/ 0 h 3223"/>
                <a:gd name="T8" fmla="*/ 370 w 3394"/>
                <a:gd name="T9" fmla="*/ 0 h 32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94" h="3223">
                  <a:moveTo>
                    <a:pt x="370" y="0"/>
                  </a:moveTo>
                  <a:lnTo>
                    <a:pt x="3393" y="3036"/>
                  </a:lnTo>
                  <a:lnTo>
                    <a:pt x="3208" y="3222"/>
                  </a:lnTo>
                  <a:lnTo>
                    <a:pt x="0" y="0"/>
                  </a:lnTo>
                  <a:lnTo>
                    <a:pt x="370" y="0"/>
                  </a:lnTo>
                </a:path>
              </a:pathLst>
            </a:custGeom>
            <a:solidFill>
              <a:schemeClr val="bg1">
                <a:alpha val="50195"/>
              </a:schemeClr>
            </a:solidFill>
            <a:ln w="9525">
              <a:noFill/>
              <a:round/>
              <a:headEnd type="none" w="sm" len="sm"/>
              <a:tailEnd type="none" w="sm" len="sm"/>
            </a:ln>
          </p:spPr>
          <p:txBody>
            <a:bodyPr/>
            <a:lstStyle/>
            <a:p>
              <a:pPr>
                <a:defRPr/>
              </a:pPr>
              <a:endParaRPr lang="pl-PL"/>
            </a:p>
          </p:txBody>
        </p:sp>
        <p:sp>
          <p:nvSpPr>
            <p:cNvPr id="1034" name="Freeform 5"/>
            <p:cNvSpPr>
              <a:spLocks/>
            </p:cNvSpPr>
            <p:nvPr/>
          </p:nvSpPr>
          <p:spPr bwMode="auto">
            <a:xfrm>
              <a:off x="2187" y="0"/>
              <a:ext cx="2859" cy="2556"/>
            </a:xfrm>
            <a:custGeom>
              <a:avLst/>
              <a:gdLst>
                <a:gd name="T0" fmla="*/ 630 w 2859"/>
                <a:gd name="T1" fmla="*/ 0 h 2556"/>
                <a:gd name="T2" fmla="*/ 2858 w 2859"/>
                <a:gd name="T3" fmla="*/ 2238 h 2556"/>
                <a:gd name="T4" fmla="*/ 2543 w 2859"/>
                <a:gd name="T5" fmla="*/ 2555 h 2556"/>
                <a:gd name="T6" fmla="*/ 0 w 2859"/>
                <a:gd name="T7" fmla="*/ 0 h 2556"/>
                <a:gd name="T8" fmla="*/ 630 w 2859"/>
                <a:gd name="T9" fmla="*/ 0 h 25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59" h="2556">
                  <a:moveTo>
                    <a:pt x="630" y="0"/>
                  </a:moveTo>
                  <a:lnTo>
                    <a:pt x="2858" y="2238"/>
                  </a:lnTo>
                  <a:lnTo>
                    <a:pt x="2543" y="2555"/>
                  </a:lnTo>
                  <a:lnTo>
                    <a:pt x="0" y="0"/>
                  </a:lnTo>
                  <a:lnTo>
                    <a:pt x="630" y="0"/>
                  </a:lnTo>
                </a:path>
              </a:pathLst>
            </a:custGeom>
            <a:solidFill>
              <a:schemeClr val="bg1">
                <a:alpha val="50195"/>
              </a:schemeClr>
            </a:solidFill>
            <a:ln w="9525">
              <a:noFill/>
              <a:round/>
              <a:headEnd type="none" w="sm" len="sm"/>
              <a:tailEnd type="none" w="sm" len="sm"/>
            </a:ln>
          </p:spPr>
          <p:txBody>
            <a:bodyPr/>
            <a:lstStyle/>
            <a:p>
              <a:pPr>
                <a:defRPr/>
              </a:pPr>
              <a:endParaRPr lang="pl-PL"/>
            </a:p>
          </p:txBody>
        </p:sp>
        <p:sp>
          <p:nvSpPr>
            <p:cNvPr id="1035" name="Freeform 6"/>
            <p:cNvSpPr>
              <a:spLocks/>
            </p:cNvSpPr>
            <p:nvPr/>
          </p:nvSpPr>
          <p:spPr bwMode="auto">
            <a:xfrm>
              <a:off x="3055" y="0"/>
              <a:ext cx="2286" cy="2121"/>
            </a:xfrm>
            <a:custGeom>
              <a:avLst/>
              <a:gdLst>
                <a:gd name="T0" fmla="*/ 0 w 2286"/>
                <a:gd name="T1" fmla="*/ 0 h 2121"/>
                <a:gd name="T2" fmla="*/ 2111 w 2286"/>
                <a:gd name="T3" fmla="*/ 2120 h 2121"/>
                <a:gd name="T4" fmla="*/ 2285 w 2286"/>
                <a:gd name="T5" fmla="*/ 1945 h 2121"/>
                <a:gd name="T6" fmla="*/ 348 w 2286"/>
                <a:gd name="T7" fmla="*/ 0 h 2121"/>
                <a:gd name="T8" fmla="*/ 0 w 2286"/>
                <a:gd name="T9" fmla="*/ 0 h 21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86" h="2121">
                  <a:moveTo>
                    <a:pt x="0" y="0"/>
                  </a:moveTo>
                  <a:lnTo>
                    <a:pt x="2111" y="2120"/>
                  </a:lnTo>
                  <a:lnTo>
                    <a:pt x="2285" y="1945"/>
                  </a:lnTo>
                  <a:lnTo>
                    <a:pt x="348" y="0"/>
                  </a:lnTo>
                  <a:lnTo>
                    <a:pt x="0" y="0"/>
                  </a:lnTo>
                </a:path>
              </a:pathLst>
            </a:custGeom>
            <a:solidFill>
              <a:schemeClr val="bg1">
                <a:alpha val="50195"/>
              </a:schemeClr>
            </a:solidFill>
            <a:ln w="9525">
              <a:noFill/>
              <a:round/>
              <a:headEnd type="none" w="sm" len="sm"/>
              <a:tailEnd type="none" w="sm" len="sm"/>
            </a:ln>
          </p:spPr>
          <p:txBody>
            <a:bodyPr/>
            <a:lstStyle/>
            <a:p>
              <a:pPr>
                <a:defRPr/>
              </a:pPr>
              <a:endParaRPr lang="pl-PL"/>
            </a:p>
          </p:txBody>
        </p:sp>
      </p:grpSp>
      <p:sp>
        <p:nvSpPr>
          <p:cNvPr id="2055" name="Rectangle 7">
            <a:extLst/>
          </p:cNvPr>
          <p:cNvSpPr>
            <a:spLocks noGrp="1" noChangeArrowheads="1"/>
          </p:cNvSpPr>
          <p:nvPr>
            <p:ph type="title"/>
          </p:nvPr>
        </p:nvSpPr>
        <p:spPr bwMode="auto">
          <a:xfrm>
            <a:off x="685800" y="228600"/>
            <a:ext cx="7772400" cy="1219200"/>
          </a:xfrm>
          <a:prstGeom prst="rect">
            <a:avLst/>
          </a:prstGeom>
          <a:noFill/>
          <a:ln w="9525">
            <a:noFill/>
            <a:miter lim="800000"/>
            <a:headEnd/>
            <a:tailEnd/>
          </a:ln>
          <a:effectLst/>
        </p:spPr>
        <p:txBody>
          <a:bodyPr vert="horz" wrap="square" lIns="92075" tIns="46038" rIns="92075" bIns="46038" numCol="1" anchor="ctr" anchorCtr="0" compatLnSpc="1">
            <a:prstTxWarp prst="textNoShape">
              <a:avLst/>
            </a:prstTxWarp>
          </a:bodyPr>
          <a:lstStyle/>
          <a:p>
            <a:pPr lvl="0"/>
            <a:r>
              <a:rPr lang="pl-PL"/>
              <a:t>Kliknij, aby edytować styl wzorca tytułu</a:t>
            </a:r>
          </a:p>
        </p:txBody>
      </p:sp>
      <p:sp>
        <p:nvSpPr>
          <p:cNvPr id="2057" name="Rectangle 9">
            <a:extLst/>
          </p:cNvPr>
          <p:cNvSpPr>
            <a:spLocks noGrp="1" noChangeArrowheads="1"/>
          </p:cNvSpPr>
          <p:nvPr>
            <p:ph type="dt" sz="half" idx="2"/>
          </p:nvPr>
        </p:nvSpPr>
        <p:spPr bwMode="auto">
          <a:xfrm>
            <a:off x="685800" y="62484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eaLnBrk="1" hangingPunct="1">
              <a:spcBef>
                <a:spcPct val="50000"/>
              </a:spcBef>
              <a:defRPr sz="1400">
                <a:latin typeface="Times New Roman" charset="0"/>
                <a:cs typeface="Times New Roman" charset="0"/>
              </a:defRPr>
            </a:lvl1pPr>
          </a:lstStyle>
          <a:p>
            <a:pPr>
              <a:defRPr/>
            </a:pPr>
            <a:endParaRPr lang="pl-PL"/>
          </a:p>
        </p:txBody>
      </p:sp>
      <p:sp>
        <p:nvSpPr>
          <p:cNvPr id="2058" name="Rectangle 10">
            <a:extLst/>
          </p:cNvPr>
          <p:cNvSpPr>
            <a:spLocks noGrp="1" noChangeArrowheads="1"/>
          </p:cNvSpPr>
          <p:nvPr>
            <p:ph type="ftr" sz="quarter" idx="3"/>
          </p:nvPr>
        </p:nvSpPr>
        <p:spPr bwMode="auto">
          <a:xfrm>
            <a:off x="3124200" y="6248400"/>
            <a:ext cx="28956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ctr" eaLnBrk="1" hangingPunct="1">
              <a:spcBef>
                <a:spcPct val="50000"/>
              </a:spcBef>
              <a:defRPr sz="1400">
                <a:latin typeface="Times New Roman" charset="0"/>
                <a:cs typeface="Times New Roman" charset="0"/>
              </a:defRPr>
            </a:lvl1pPr>
          </a:lstStyle>
          <a:p>
            <a:pPr>
              <a:defRPr/>
            </a:pPr>
            <a:endParaRPr lang="pl-PL"/>
          </a:p>
        </p:txBody>
      </p:sp>
      <p:sp>
        <p:nvSpPr>
          <p:cNvPr id="2059" name="Rectangle 11">
            <a:extLst/>
          </p:cNvPr>
          <p:cNvSpPr>
            <a:spLocks noGrp="1" noChangeArrowheads="1"/>
          </p:cNvSpPr>
          <p:nvPr>
            <p:ph type="sldNum" sz="quarter" idx="4"/>
          </p:nvPr>
        </p:nvSpPr>
        <p:spPr bwMode="auto">
          <a:xfrm>
            <a:off x="6553200" y="6248400"/>
            <a:ext cx="1905000" cy="457200"/>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eaLnBrk="1" hangingPunct="1">
              <a:spcBef>
                <a:spcPct val="50000"/>
              </a:spcBef>
              <a:defRPr sz="1400" smtClean="0"/>
            </a:lvl1pPr>
          </a:lstStyle>
          <a:p>
            <a:pPr>
              <a:defRPr/>
            </a:pPr>
            <a:fld id="{5D34E34D-6304-4F83-A8FA-EE6F2ADA21FD}" type="slidenum">
              <a:rPr lang="pl-PL" altLang="pl-PL"/>
              <a:pPr>
                <a:defRPr/>
              </a:pPr>
              <a:t>‹#›</a:t>
            </a:fld>
            <a:endParaRPr lang="pl-PL" altLang="pl-PL"/>
          </a:p>
        </p:txBody>
      </p:sp>
      <p:sp>
        <p:nvSpPr>
          <p:cNvPr id="2060" name="Rectangle 12">
            <a:extLst/>
          </p:cNvPr>
          <p:cNvSpPr>
            <a:spLocks noGrp="1" noChangeArrowheads="1"/>
          </p:cNvSpPr>
          <p:nvPr>
            <p:ph type="body" idx="1"/>
          </p:nvPr>
        </p:nvSpPr>
        <p:spPr bwMode="auto">
          <a:xfrm>
            <a:off x="685800" y="1641475"/>
            <a:ext cx="7772400" cy="4454525"/>
          </a:xfrm>
          <a:prstGeom prst="rect">
            <a:avLst/>
          </a:prstGeom>
          <a:noFill/>
          <a:ln w="12700" cap="sq">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Tree>
  </p:cSld>
  <p:clrMap bg1="dk2" tx1="lt1" bg2="dk1" tx2="lt2" accent1="accent1" accent2="accent2" accent3="accent3" accent4="accent4" accent5="accent5" accent6="accent6" hlink="hlink" folHlink="folHlink"/>
  <p:sldLayoutIdLst>
    <p:sldLayoutId id="2147483696"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imes New Roman" charset="0"/>
          <a:cs typeface="Times New Roman"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imes New Roman" charset="0"/>
          <a:cs typeface="Times New Roman"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imes New Roman" charset="0"/>
          <a:cs typeface="Times New Roman"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imes New Roman" charset="0"/>
          <a:cs typeface="Times New Roman"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Times New Roman" charset="0"/>
          <a:cs typeface="Times New Roman"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Times New Roman" charset="0"/>
          <a:cs typeface="Times New Roman"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Times New Roman" charset="0"/>
          <a:cs typeface="Times New Roman"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Times New Roman" charset="0"/>
          <a:cs typeface="Times New Roman" charset="0"/>
        </a:defRPr>
      </a:lvl9pPr>
    </p:titleStyle>
    <p:bodyStyle>
      <a:lvl1pPr marL="342900" indent="-342900" algn="l" rtl="0" eaLnBrk="0" fontAlgn="base" hangingPunct="0">
        <a:spcBef>
          <a:spcPct val="20000"/>
        </a:spcBef>
        <a:spcAft>
          <a:spcPct val="0"/>
        </a:spcAft>
        <a:buClr>
          <a:schemeClr val="tx2"/>
        </a:buClr>
        <a:buSzPct val="75000"/>
        <a:buFont typeface="Wingdings"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cs typeface="+mn-cs"/>
        </a:defRPr>
      </a:lvl2pPr>
      <a:lvl3pPr marL="1143000" indent="-228600" algn="l" rtl="0" eaLnBrk="0" fontAlgn="base" hangingPunct="0">
        <a:spcBef>
          <a:spcPct val="20000"/>
        </a:spcBef>
        <a:spcAft>
          <a:spcPct val="0"/>
        </a:spcAft>
        <a:buClr>
          <a:schemeClr val="tx1"/>
        </a:buClr>
        <a:buChar char="»"/>
        <a:defRPr sz="2400">
          <a:solidFill>
            <a:schemeClr val="tx1"/>
          </a:solidFill>
          <a:effectLst>
            <a:outerShdw blurRad="38100" dist="38100" dir="2700000" algn="tl">
              <a:srgbClr val="000000"/>
            </a:outerShdw>
          </a:effectLst>
          <a:latin typeface="+mn-lt"/>
          <a:cs typeface="+mn-cs"/>
        </a:defRPr>
      </a:lvl3pPr>
      <a:lvl4pPr marL="1600200" indent="-228600" algn="l" rtl="0" eaLnBrk="0" fontAlgn="base" hangingPunct="0">
        <a:spcBef>
          <a:spcPct val="20000"/>
        </a:spcBef>
        <a:spcAft>
          <a:spcPct val="0"/>
        </a:spcAft>
        <a:buClr>
          <a:schemeClr val="tx2"/>
        </a:buClr>
        <a:buSzPct val="75000"/>
        <a:buFont typeface="Wingdings" pitchFamily="2" charset="2"/>
        <a:buChar char="n"/>
        <a:defRPr sz="2000">
          <a:solidFill>
            <a:schemeClr val="tx1"/>
          </a:solidFill>
          <a:effectLst>
            <a:outerShdw blurRad="38100" dist="38100" dir="2700000" algn="tl">
              <a:srgbClr val="000000"/>
            </a:outerShdw>
          </a:effectLst>
          <a:latin typeface="+mn-lt"/>
          <a:cs typeface="+mn-cs"/>
        </a:defRPr>
      </a:lvl4pPr>
      <a:lvl5pPr marL="2057400" indent="-228600" algn="l" rtl="0" eaLnBrk="0" fontAlgn="base" hangingPunct="0">
        <a:spcBef>
          <a:spcPct val="20000"/>
        </a:spcBef>
        <a:spcAft>
          <a:spcPct val="0"/>
        </a:spcAft>
        <a:buClr>
          <a:schemeClr val="tx1"/>
        </a:buClr>
        <a:buChar char="–"/>
        <a:defRPr sz="2000">
          <a:solidFill>
            <a:schemeClr val="tx1"/>
          </a:solidFill>
          <a:effectLst>
            <a:outerShdw blurRad="38100" dist="38100" dir="2700000" algn="tl">
              <a:srgbClr val="000000"/>
            </a:outerShdw>
          </a:effectLst>
          <a:latin typeface="+mn-lt"/>
          <a:cs typeface="+mn-cs"/>
        </a:defRPr>
      </a:lvl5pPr>
      <a:lvl6pPr marL="2514600" indent="-228600" algn="l" rtl="0" fontAlgn="base">
        <a:spcBef>
          <a:spcPct val="20000"/>
        </a:spcBef>
        <a:spcAft>
          <a:spcPct val="0"/>
        </a:spcAft>
        <a:buClr>
          <a:schemeClr val="tx1"/>
        </a:buClr>
        <a:buChar char="–"/>
        <a:defRPr sz="2000">
          <a:solidFill>
            <a:schemeClr val="tx1"/>
          </a:solidFill>
          <a:effectLst>
            <a:outerShdw blurRad="38100" dist="38100" dir="2700000" algn="tl">
              <a:srgbClr val="000000"/>
            </a:outerShdw>
          </a:effectLst>
          <a:latin typeface="+mn-lt"/>
          <a:cs typeface="+mn-cs"/>
        </a:defRPr>
      </a:lvl6pPr>
      <a:lvl7pPr marL="2971800" indent="-228600" algn="l" rtl="0" fontAlgn="base">
        <a:spcBef>
          <a:spcPct val="20000"/>
        </a:spcBef>
        <a:spcAft>
          <a:spcPct val="0"/>
        </a:spcAft>
        <a:buClr>
          <a:schemeClr val="tx1"/>
        </a:buClr>
        <a:buChar char="–"/>
        <a:defRPr sz="2000">
          <a:solidFill>
            <a:schemeClr val="tx1"/>
          </a:solidFill>
          <a:effectLst>
            <a:outerShdw blurRad="38100" dist="38100" dir="2700000" algn="tl">
              <a:srgbClr val="000000"/>
            </a:outerShdw>
          </a:effectLst>
          <a:latin typeface="+mn-lt"/>
          <a:cs typeface="+mn-cs"/>
        </a:defRPr>
      </a:lvl7pPr>
      <a:lvl8pPr marL="3429000" indent="-228600" algn="l" rtl="0" fontAlgn="base">
        <a:spcBef>
          <a:spcPct val="20000"/>
        </a:spcBef>
        <a:spcAft>
          <a:spcPct val="0"/>
        </a:spcAft>
        <a:buClr>
          <a:schemeClr val="tx1"/>
        </a:buClr>
        <a:buChar char="–"/>
        <a:defRPr sz="2000">
          <a:solidFill>
            <a:schemeClr val="tx1"/>
          </a:solidFill>
          <a:effectLst>
            <a:outerShdw blurRad="38100" dist="38100" dir="2700000" algn="tl">
              <a:srgbClr val="000000"/>
            </a:outerShdw>
          </a:effectLst>
          <a:latin typeface="+mn-lt"/>
          <a:cs typeface="+mn-cs"/>
        </a:defRPr>
      </a:lvl8pPr>
      <a:lvl9pPr marL="3886200" indent="-228600" algn="l" rtl="0" fontAlgn="base">
        <a:spcBef>
          <a:spcPct val="20000"/>
        </a:spcBef>
        <a:spcAft>
          <a:spcPct val="0"/>
        </a:spcAft>
        <a:buClr>
          <a:schemeClr val="tx1"/>
        </a:buClr>
        <a:buChar char="–"/>
        <a:defRPr sz="2000">
          <a:solidFill>
            <a:schemeClr val="tx1"/>
          </a:solidFill>
          <a:effectLst>
            <a:outerShdw blurRad="38100" dist="38100" dir="2700000" algn="tl">
              <a:srgbClr val="000000"/>
            </a:outerShdw>
          </a:effectLst>
          <a:latin typeface="+mn-lt"/>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p:cNvPr>
          <p:cNvSpPr>
            <a:spLocks noGrp="1" noChangeArrowheads="1"/>
          </p:cNvSpPr>
          <p:nvPr>
            <p:ph type="ctrTitle"/>
          </p:nvPr>
        </p:nvSpPr>
        <p:spPr/>
        <p:txBody>
          <a:bodyPr/>
          <a:lstStyle/>
          <a:p>
            <a:pPr eaLnBrk="1" hangingPunct="1">
              <a:defRPr/>
            </a:pPr>
            <a:r>
              <a:rPr lang="pl-PL" dirty="0"/>
              <a:t>Usługa DNS na serwerze linuksowym BIND</a:t>
            </a:r>
          </a:p>
        </p:txBody>
      </p:sp>
      <p:sp>
        <p:nvSpPr>
          <p:cNvPr id="26627" name="Rectangle 3">
            <a:extLst/>
          </p:cNvPr>
          <p:cNvSpPr>
            <a:spLocks noGrp="1" noChangeArrowheads="1"/>
          </p:cNvSpPr>
          <p:nvPr>
            <p:ph type="subTitle" idx="1"/>
          </p:nvPr>
        </p:nvSpPr>
        <p:spPr/>
        <p:txBody>
          <a:bodyPr/>
          <a:lstStyle/>
          <a:p>
            <a:pPr eaLnBrk="1" hangingPunct="1">
              <a:defRPr/>
            </a:pPr>
            <a:endParaRPr lang="pl-PL" dirty="0"/>
          </a:p>
          <a:p>
            <a:pPr eaLnBrk="1" hangingPunct="1">
              <a:defRPr/>
            </a:pPr>
            <a:r>
              <a:rPr lang="pl-PL" dirty="0"/>
              <a:t>Wykład 6</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B61C8E7D-1C51-4636-87E0-DA7053A67F58}"/>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4EF91F9E-18BE-40C2-BDB0-4CF072740E14}"/>
              </a:ext>
            </a:extLst>
          </p:cNvPr>
          <p:cNvSpPr>
            <a:spLocks noGrp="1"/>
          </p:cNvSpPr>
          <p:nvPr>
            <p:ph idx="1"/>
          </p:nvPr>
        </p:nvSpPr>
        <p:spPr>
          <a:xfrm>
            <a:off x="685800" y="228601"/>
            <a:ext cx="7772400" cy="5867400"/>
          </a:xfrm>
        </p:spPr>
        <p:txBody>
          <a:bodyPr/>
          <a:lstStyle/>
          <a:p>
            <a:r>
              <a:rPr lang="pl-PL" dirty="0"/>
              <a:t>System DNS jest oparły na hierarchicznej i logicznej strukturze drzewa zwanej obszarem nazw domen. Każdy węzeł drzewa DNS reprezentuje nazwę DNS, np. domenę DNS. Domeny DNS mogą zawierać hosty (np. komputery, serwery) oraz inne domeny nazywane poddomenami. Węzły w drzewie domen DNS identyfikowane są poprzez pełną nazwę</a:t>
            </a:r>
          </a:p>
          <a:p>
            <a:pPr marL="0" indent="0">
              <a:buNone/>
            </a:pPr>
            <a:r>
              <a:rPr lang="pl-PL" dirty="0"/>
              <a:t>domeny FQDN (</a:t>
            </a:r>
            <a:r>
              <a:rPr lang="pl-PL" i="1" dirty="0" err="1"/>
              <a:t>Fully</a:t>
            </a:r>
            <a:r>
              <a:rPr lang="pl-PL" i="1" dirty="0"/>
              <a:t> </a:t>
            </a:r>
            <a:r>
              <a:rPr lang="pl-PL" i="1" dirty="0" err="1"/>
              <a:t>Qualified</a:t>
            </a:r>
            <a:r>
              <a:rPr lang="pl-PL" i="1" dirty="0"/>
              <a:t> </a:t>
            </a:r>
            <a:r>
              <a:rPr lang="pl-PL" i="1" dirty="0" err="1"/>
              <a:t>Domain</a:t>
            </a:r>
            <a:r>
              <a:rPr lang="pl-PL" i="1" dirty="0"/>
              <a:t> </a:t>
            </a:r>
            <a:r>
              <a:rPr lang="pl-PL" i="1" dirty="0" err="1"/>
              <a:t>Name</a:t>
            </a:r>
            <a:r>
              <a:rPr lang="pl-PL" i="1" dirty="0"/>
              <a:t>) </a:t>
            </a:r>
            <a:r>
              <a:rPr lang="pl-PL" dirty="0"/>
              <a:t>i wskazują położenie węzła względem domeny głównej.</a:t>
            </a:r>
          </a:p>
        </p:txBody>
      </p:sp>
    </p:spTree>
    <p:extLst>
      <p:ext uri="{BB962C8B-B14F-4D97-AF65-F5344CB8AC3E}">
        <p14:creationId xmlns:p14="http://schemas.microsoft.com/office/powerpoint/2010/main" xmlns="" val="38564606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5062B712-ED37-4A7E-9C15-7AB48FB7EAAD}"/>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063DC487-E852-40E0-9138-229DDAB178AC}"/>
              </a:ext>
            </a:extLst>
          </p:cNvPr>
          <p:cNvSpPr>
            <a:spLocks noGrp="1"/>
          </p:cNvSpPr>
          <p:nvPr>
            <p:ph idx="1"/>
          </p:nvPr>
        </p:nvSpPr>
        <p:spPr/>
        <p:txBody>
          <a:bodyPr/>
          <a:lstStyle/>
          <a:p>
            <a:r>
              <a:rPr lang="pl-PL" dirty="0"/>
              <a:t>Serwer DNS pozwala na tłumaczenie nazw w sieciach opartych na TCP/IP na adresy IP odpowiadające nazwom. Dzięki DNS użytkownik może posługiwać się nazwami domen, zamiast adresami IP konkretnych serwerów. DNS może być wykorzystany do tłumaczenia nazw w sieci lokalnej lub po zarejestrowaniu nazwy domeny również w sieci </a:t>
            </a:r>
            <a:r>
              <a:rPr lang="pl-PL" dirty="0" err="1"/>
              <a:t>internet</a:t>
            </a:r>
            <a:r>
              <a:rPr lang="pl-PL" dirty="0"/>
              <a:t>.</a:t>
            </a:r>
          </a:p>
        </p:txBody>
      </p:sp>
    </p:spTree>
    <p:extLst>
      <p:ext uri="{BB962C8B-B14F-4D97-AF65-F5344CB8AC3E}">
        <p14:creationId xmlns:p14="http://schemas.microsoft.com/office/powerpoint/2010/main" xmlns="" val="39073453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93F2C192-1C02-44D9-8A73-9E78856617DB}"/>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D28147FE-981B-43EE-A732-52B9CE5374CF}"/>
              </a:ext>
            </a:extLst>
          </p:cNvPr>
          <p:cNvSpPr>
            <a:spLocks noGrp="1"/>
          </p:cNvSpPr>
          <p:nvPr>
            <p:ph idx="1"/>
          </p:nvPr>
        </p:nvSpPr>
        <p:spPr/>
        <p:txBody>
          <a:bodyPr/>
          <a:lstStyle/>
          <a:p>
            <a:pPr marL="0" indent="0">
              <a:buNone/>
            </a:pPr>
            <a:r>
              <a:rPr lang="pl-PL" dirty="0"/>
              <a:t>Serwer DNS umożliwia dwa rodzaje przeszukiwania strefy:</a:t>
            </a:r>
          </a:p>
          <a:p>
            <a:r>
              <a:rPr lang="pl-PL" dirty="0"/>
              <a:t>do przodu - na podstawie nazwy określamy adres IP,</a:t>
            </a:r>
          </a:p>
          <a:p>
            <a:r>
              <a:rPr lang="pl-PL" dirty="0"/>
              <a:t>wstecz — na podstawie adresu IP szukamy odpowiadającej mu nazwy.</a:t>
            </a:r>
          </a:p>
        </p:txBody>
      </p:sp>
    </p:spTree>
    <p:extLst>
      <p:ext uri="{BB962C8B-B14F-4D97-AF65-F5344CB8AC3E}">
        <p14:creationId xmlns:p14="http://schemas.microsoft.com/office/powerpoint/2010/main" xmlns="" val="4077637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207469AC-39D7-40A3-859B-4765BF359A90}"/>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F6E7E531-71D6-49C1-8020-FE93525A8239}"/>
              </a:ext>
            </a:extLst>
          </p:cNvPr>
          <p:cNvSpPr>
            <a:spLocks noGrp="1"/>
          </p:cNvSpPr>
          <p:nvPr>
            <p:ph idx="1"/>
          </p:nvPr>
        </p:nvSpPr>
        <p:spPr>
          <a:xfrm>
            <a:off x="685800" y="1"/>
            <a:ext cx="7772400" cy="6096000"/>
          </a:xfrm>
        </p:spPr>
        <p:txBody>
          <a:bodyPr/>
          <a:lstStyle/>
          <a:p>
            <a:r>
              <a:rPr lang="pl-PL" dirty="0">
                <a:solidFill>
                  <a:srgbClr val="FFFF00"/>
                </a:solidFill>
              </a:rPr>
              <a:t>Do przeszukiwania stref serwer wykorzystuje rekordy zasobów:</a:t>
            </a:r>
          </a:p>
          <a:p>
            <a:pPr marL="0" indent="0">
              <a:buNone/>
            </a:pPr>
            <a:r>
              <a:rPr lang="pl-PL" dirty="0"/>
              <a:t> A - mapuje nazwę hosta na adres IP,</a:t>
            </a:r>
          </a:p>
          <a:p>
            <a:pPr marL="0" indent="0">
              <a:buNone/>
            </a:pPr>
            <a:r>
              <a:rPr lang="pl-PL" dirty="0"/>
              <a:t>CNAME — ustawia alias (inną nazwę) dla nazwy hosta,</a:t>
            </a:r>
          </a:p>
          <a:p>
            <a:pPr marL="0" indent="0">
              <a:buNone/>
            </a:pPr>
            <a:r>
              <a:rPr lang="pl-PL" dirty="0"/>
              <a:t>MX - określa serwer wymiany poczty dla domeny,</a:t>
            </a:r>
          </a:p>
          <a:p>
            <a:pPr marL="0" indent="0">
              <a:buNone/>
            </a:pPr>
            <a:r>
              <a:rPr lang="pl-PL" dirty="0"/>
              <a:t>NS — określa serwer nazw dla domeny (DNS),</a:t>
            </a:r>
          </a:p>
          <a:p>
            <a:pPr marL="0" indent="0">
              <a:buNone/>
            </a:pPr>
            <a:r>
              <a:rPr lang="pl-PL" dirty="0"/>
              <a:t>PTR — tworzy powiązanie adresu IP z nazwą w strefie przeszukiwania wstecz,</a:t>
            </a:r>
          </a:p>
          <a:p>
            <a:endParaRPr lang="pl-PL" dirty="0"/>
          </a:p>
        </p:txBody>
      </p:sp>
    </p:spTree>
    <p:extLst>
      <p:ext uri="{BB962C8B-B14F-4D97-AF65-F5344CB8AC3E}">
        <p14:creationId xmlns:p14="http://schemas.microsoft.com/office/powerpoint/2010/main" xmlns="" val="8234230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2DDD6141-C6F6-41C9-A159-C2544213F3C2}"/>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D21E6ECD-3201-4959-A281-4AABE5A9F448}"/>
              </a:ext>
            </a:extLst>
          </p:cNvPr>
          <p:cNvSpPr>
            <a:spLocks noGrp="1"/>
          </p:cNvSpPr>
          <p:nvPr>
            <p:ph idx="1"/>
          </p:nvPr>
        </p:nvSpPr>
        <p:spPr/>
        <p:txBody>
          <a:bodyPr/>
          <a:lstStyle/>
          <a:p>
            <a:r>
              <a:rPr lang="pl-PL" dirty="0" smtClean="0"/>
              <a:t>SOA </a:t>
            </a:r>
            <a:r>
              <a:rPr lang="pl-PL" dirty="0"/>
              <a:t>— jest wymagany dla każdej strefy i określa serwer DNS, który dostarcza autorytatywne informacje dla danej strefy</a:t>
            </a:r>
            <a:r>
              <a:rPr lang="pl-PL" dirty="0" smtClean="0"/>
              <a:t>.</a:t>
            </a:r>
          </a:p>
          <a:p>
            <a:r>
              <a:rPr lang="pl-PL" dirty="0" smtClean="0"/>
              <a:t>AAAA – mapuje nazwę hosta na </a:t>
            </a:r>
            <a:r>
              <a:rPr lang="pl-PL" smtClean="0"/>
              <a:t>adres IPv6</a:t>
            </a:r>
            <a:endParaRPr lang="pl-PL" dirty="0"/>
          </a:p>
        </p:txBody>
      </p:sp>
    </p:spTree>
    <p:extLst>
      <p:ext uri="{BB962C8B-B14F-4D97-AF65-F5344CB8AC3E}">
        <p14:creationId xmlns:p14="http://schemas.microsoft.com/office/powerpoint/2010/main" xmlns="" val="1835987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5B9A7D6C-3D9B-4EEF-9E65-2F3D406C8FE7}"/>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FE22D7B2-06EB-44F7-9330-96392B0033BB}"/>
              </a:ext>
            </a:extLst>
          </p:cNvPr>
          <p:cNvSpPr>
            <a:spLocks noGrp="1"/>
          </p:cNvSpPr>
          <p:nvPr>
            <p:ph idx="1"/>
          </p:nvPr>
        </p:nvSpPr>
        <p:spPr>
          <a:xfrm>
            <a:off x="685800" y="228601"/>
            <a:ext cx="7772400" cy="5867400"/>
          </a:xfrm>
        </p:spPr>
        <p:txBody>
          <a:bodyPr/>
          <a:lstStyle/>
          <a:p>
            <a:r>
              <a:rPr lang="pl-PL" dirty="0"/>
              <a:t>Istnieją trzy główne sposoby konfigurowania usługi DNS:</a:t>
            </a:r>
          </a:p>
          <a:p>
            <a:pPr marL="0" indent="0">
              <a:buNone/>
            </a:pPr>
            <a:r>
              <a:rPr lang="pl-PL" dirty="0"/>
              <a:t>• buforujący serwer nazw </a:t>
            </a:r>
            <a:r>
              <a:rPr lang="pl-PL" i="1" dirty="0"/>
              <a:t>(</a:t>
            </a:r>
            <a:r>
              <a:rPr lang="pl-PL" i="1" dirty="0" err="1"/>
              <a:t>Caching</a:t>
            </a:r>
            <a:r>
              <a:rPr lang="pl-PL" i="1" dirty="0"/>
              <a:t> </a:t>
            </a:r>
            <a:r>
              <a:rPr lang="pl-PL" i="1" dirty="0" err="1"/>
              <a:t>Name</a:t>
            </a:r>
            <a:r>
              <a:rPr lang="pl-PL" i="1" dirty="0"/>
              <a:t> Server) </a:t>
            </a:r>
            <a:r>
              <a:rPr lang="pl-PL" dirty="0"/>
              <a:t>- nie przechowuje bazy danych rekordów.</a:t>
            </a:r>
          </a:p>
          <a:p>
            <a:pPr marL="0" indent="0">
              <a:buNone/>
            </a:pPr>
            <a:r>
              <a:rPr lang="pl-PL" dirty="0"/>
              <a:t>Gdy otrzyma zapytanie o nazwę, o obsłużenie żądania poprosi inny serwer nazw i umieści ją w swoim buforze, dzięki czemu będzie ona zawsze dostępna</a:t>
            </a:r>
            <a:r>
              <a:rPr lang="pl-PL" dirty="0" smtClean="0"/>
              <a:t>,</a:t>
            </a:r>
          </a:p>
          <a:p>
            <a:pPr marL="0" indent="0">
              <a:buNone/>
            </a:pPr>
            <a:r>
              <a:rPr lang="pl-PL" dirty="0" smtClean="0"/>
              <a:t>podstawowy </a:t>
            </a:r>
            <a:r>
              <a:rPr lang="pl-PL" dirty="0"/>
              <a:t>serwer nazw </a:t>
            </a:r>
            <a:r>
              <a:rPr lang="pl-PL" i="1" dirty="0"/>
              <a:t>(</a:t>
            </a:r>
            <a:r>
              <a:rPr lang="pl-PL" i="1" dirty="0" err="1"/>
              <a:t>Primary</a:t>
            </a:r>
            <a:r>
              <a:rPr lang="pl-PL" i="1" dirty="0"/>
              <a:t> </a:t>
            </a:r>
            <a:r>
              <a:rPr lang="pl-PL" i="1" dirty="0" err="1"/>
              <a:t>Name</a:t>
            </a:r>
            <a:r>
              <a:rPr lang="pl-PL" i="1" dirty="0"/>
              <a:t> Sewer) </a:t>
            </a:r>
            <a:r>
              <a:rPr lang="pl-PL" dirty="0"/>
              <a:t>- posiada główną kopię bazy danych z nazwami wszystkich hostów w strefie oraz rekordy dla wszystkich poddomen.</a:t>
            </a:r>
          </a:p>
        </p:txBody>
      </p:sp>
    </p:spTree>
    <p:extLst>
      <p:ext uri="{BB962C8B-B14F-4D97-AF65-F5344CB8AC3E}">
        <p14:creationId xmlns:p14="http://schemas.microsoft.com/office/powerpoint/2010/main" xmlns="" val="365450115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85CAD1E9-409D-4586-B836-6554645610A7}"/>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2B16C333-6F1E-4BB4-945C-FCB85ECDBD2F}"/>
              </a:ext>
            </a:extLst>
          </p:cNvPr>
          <p:cNvSpPr>
            <a:spLocks noGrp="1"/>
          </p:cNvSpPr>
          <p:nvPr>
            <p:ph idx="1"/>
          </p:nvPr>
        </p:nvSpPr>
        <p:spPr/>
        <p:txBody>
          <a:bodyPr/>
          <a:lstStyle/>
          <a:p>
            <a:r>
              <a:rPr lang="pl-PL" dirty="0"/>
              <a:t>zapasowy serwer nazw (</a:t>
            </a:r>
            <a:r>
              <a:rPr lang="pl-PL" i="1" dirty="0" err="1"/>
              <a:t>Secondary</a:t>
            </a:r>
            <a:r>
              <a:rPr lang="pl-PL" i="1" dirty="0"/>
              <a:t> </a:t>
            </a:r>
            <a:r>
              <a:rPr lang="pl-PL" i="1" dirty="0" err="1"/>
              <a:t>Name</a:t>
            </a:r>
            <a:r>
              <a:rPr lang="pl-PL" i="1" dirty="0"/>
              <a:t> Sewer) ~ </a:t>
            </a:r>
            <a:r>
              <a:rPr lang="pl-PL" dirty="0"/>
              <a:t>zawiera kopię bazy danych z rekordami dla domeny i poddomen; zmiany wprowadzane do podstawowego DNS są replikowane do wszystkich serwerów zapasowych.</a:t>
            </a:r>
          </a:p>
        </p:txBody>
      </p:sp>
    </p:spTree>
    <p:extLst>
      <p:ext uri="{BB962C8B-B14F-4D97-AF65-F5344CB8AC3E}">
        <p14:creationId xmlns:p14="http://schemas.microsoft.com/office/powerpoint/2010/main" xmlns="" val="28479569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42384116-A6A1-4677-AD91-153AD05E937D}"/>
              </a:ext>
            </a:extLst>
          </p:cNvPr>
          <p:cNvSpPr>
            <a:spLocks noGrp="1"/>
          </p:cNvSpPr>
          <p:nvPr>
            <p:ph type="title"/>
          </p:nvPr>
        </p:nvSpPr>
        <p:spPr/>
        <p:txBody>
          <a:bodyPr/>
          <a:lstStyle/>
          <a:p>
            <a:r>
              <a:rPr lang="pl-PL" dirty="0"/>
              <a:t>BIND</a:t>
            </a:r>
          </a:p>
        </p:txBody>
      </p:sp>
      <p:sp>
        <p:nvSpPr>
          <p:cNvPr id="3" name="Symbol zastępczy zawartości 2">
            <a:extLst>
              <a:ext uri="{FF2B5EF4-FFF2-40B4-BE49-F238E27FC236}">
                <a16:creationId xmlns="" xmlns:a16="http://schemas.microsoft.com/office/drawing/2014/main" id="{EBDAC3E0-6821-48A8-992A-D3C2B674316F}"/>
              </a:ext>
            </a:extLst>
          </p:cNvPr>
          <p:cNvSpPr>
            <a:spLocks noGrp="1"/>
          </p:cNvSpPr>
          <p:nvPr>
            <p:ph idx="1"/>
          </p:nvPr>
        </p:nvSpPr>
        <p:spPr>
          <a:xfrm>
            <a:off x="685800" y="1268761"/>
            <a:ext cx="7772400" cy="4827240"/>
          </a:xfrm>
        </p:spPr>
        <p:txBody>
          <a:bodyPr/>
          <a:lstStyle/>
          <a:p>
            <a:r>
              <a:rPr lang="pl-PL" dirty="0"/>
              <a:t>Instalacja</a:t>
            </a:r>
          </a:p>
          <a:p>
            <a:pPr marL="0" indent="0">
              <a:buNone/>
            </a:pPr>
            <a:r>
              <a:rPr lang="pl-PL" b="1" dirty="0" err="1"/>
              <a:t>sudo</a:t>
            </a:r>
            <a:r>
              <a:rPr lang="pl-PL" b="1" dirty="0"/>
              <a:t> </a:t>
            </a:r>
            <a:r>
              <a:rPr lang="pl-PL" b="1" dirty="0" err="1"/>
              <a:t>apt-get</a:t>
            </a:r>
            <a:r>
              <a:rPr lang="pl-PL" b="1" dirty="0"/>
              <a:t> </a:t>
            </a:r>
            <a:r>
              <a:rPr lang="pl-PL" b="1" dirty="0" err="1"/>
              <a:t>install</a:t>
            </a:r>
            <a:r>
              <a:rPr lang="pl-PL" b="1" dirty="0"/>
              <a:t> bind9</a:t>
            </a:r>
          </a:p>
          <a:p>
            <a:r>
              <a:rPr lang="pl-PL" dirty="0"/>
              <a:t>Pliki konfiguracyjne</a:t>
            </a:r>
          </a:p>
          <a:p>
            <a:pPr marL="0" indent="0">
              <a:buNone/>
            </a:pPr>
            <a:r>
              <a:rPr lang="pl-PL" dirty="0"/>
              <a:t>Pliki konfiguracyjne przechowywane są w katalogu </a:t>
            </a:r>
            <a:r>
              <a:rPr lang="pl-PL" b="1" dirty="0">
                <a:solidFill>
                  <a:srgbClr val="66FF33"/>
                </a:solidFill>
              </a:rPr>
              <a:t>/</a:t>
            </a:r>
            <a:r>
              <a:rPr lang="pl-PL" b="1" dirty="0" err="1">
                <a:solidFill>
                  <a:srgbClr val="66FF33"/>
                </a:solidFill>
              </a:rPr>
              <a:t>etc</a:t>
            </a:r>
            <a:r>
              <a:rPr lang="pl-PL" b="1" dirty="0">
                <a:solidFill>
                  <a:srgbClr val="66FF33"/>
                </a:solidFill>
              </a:rPr>
              <a:t>/bind/</a:t>
            </a:r>
          </a:p>
          <a:p>
            <a:r>
              <a:rPr lang="pl-PL" dirty="0"/>
              <a:t>Podstawowe opcje</a:t>
            </a:r>
          </a:p>
          <a:p>
            <a:r>
              <a:rPr lang="pl-PL" dirty="0"/>
              <a:t>konfiguracji przechowywane są w plikach </a:t>
            </a:r>
            <a:r>
              <a:rPr lang="pl-PL" b="1" dirty="0" err="1">
                <a:solidFill>
                  <a:srgbClr val="66FF33"/>
                </a:solidFill>
              </a:rPr>
              <a:t>named</a:t>
            </a:r>
            <a:r>
              <a:rPr lang="pl-PL" b="1" dirty="0">
                <a:solidFill>
                  <a:srgbClr val="66FF33"/>
                </a:solidFill>
              </a:rPr>
              <a:t>. </a:t>
            </a:r>
            <a:r>
              <a:rPr lang="pl-PL" b="1" dirty="0" err="1">
                <a:solidFill>
                  <a:srgbClr val="66FF33"/>
                </a:solidFill>
              </a:rPr>
              <a:t>conf</a:t>
            </a:r>
            <a:r>
              <a:rPr lang="pl-PL" b="1" dirty="0">
                <a:solidFill>
                  <a:srgbClr val="66FF33"/>
                </a:solidFill>
              </a:rPr>
              <a:t>, </a:t>
            </a:r>
            <a:r>
              <a:rPr lang="pl-PL" b="1" dirty="0" err="1">
                <a:solidFill>
                  <a:srgbClr val="66FF33"/>
                </a:solidFill>
              </a:rPr>
              <a:t>named</a:t>
            </a:r>
            <a:r>
              <a:rPr lang="pl-PL" b="1" dirty="0">
                <a:solidFill>
                  <a:srgbClr val="66FF33"/>
                </a:solidFill>
              </a:rPr>
              <a:t>. </a:t>
            </a:r>
            <a:r>
              <a:rPr lang="pl-PL" b="1" dirty="0" err="1">
                <a:solidFill>
                  <a:srgbClr val="66FF33"/>
                </a:solidFill>
              </a:rPr>
              <a:t>conf</a:t>
            </a:r>
            <a:r>
              <a:rPr lang="pl-PL" b="1" dirty="0">
                <a:solidFill>
                  <a:srgbClr val="66FF33"/>
                </a:solidFill>
              </a:rPr>
              <a:t>. </a:t>
            </a:r>
            <a:r>
              <a:rPr lang="pl-PL" b="1" dirty="0" err="1">
                <a:solidFill>
                  <a:srgbClr val="66FF33"/>
                </a:solidFill>
              </a:rPr>
              <a:t>options</a:t>
            </a:r>
            <a:r>
              <a:rPr lang="pl-PL" b="1" dirty="0">
                <a:solidFill>
                  <a:srgbClr val="66FF33"/>
                </a:solidFill>
              </a:rPr>
              <a:t> </a:t>
            </a:r>
            <a:r>
              <a:rPr lang="pl-PL" dirty="0">
                <a:solidFill>
                  <a:srgbClr val="66FF33"/>
                </a:solidFill>
              </a:rPr>
              <a:t>i </a:t>
            </a:r>
            <a:r>
              <a:rPr lang="pl-PL" b="1" dirty="0" err="1">
                <a:solidFill>
                  <a:srgbClr val="66FF33"/>
                </a:solidFill>
              </a:rPr>
              <a:t>named.conf</a:t>
            </a:r>
            <a:r>
              <a:rPr lang="pl-PL" b="1" dirty="0">
                <a:solidFill>
                  <a:srgbClr val="66FF33"/>
                </a:solidFill>
              </a:rPr>
              <a:t> .</a:t>
            </a:r>
            <a:r>
              <a:rPr lang="pl-PL" b="1" dirty="0" err="1">
                <a:solidFill>
                  <a:srgbClr val="66FF33"/>
                </a:solidFill>
              </a:rPr>
              <a:t>local</a:t>
            </a:r>
            <a:r>
              <a:rPr lang="pl-PL" b="1" dirty="0"/>
              <a:t>. </a:t>
            </a:r>
            <a:endParaRPr lang="pl-PL" dirty="0"/>
          </a:p>
        </p:txBody>
      </p:sp>
    </p:spTree>
    <p:extLst>
      <p:ext uri="{BB962C8B-B14F-4D97-AF65-F5344CB8AC3E}">
        <p14:creationId xmlns:p14="http://schemas.microsoft.com/office/powerpoint/2010/main" xmlns="" val="186964953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C720F4A7-548E-4348-8CBF-EF4CC28B2594}"/>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E4F026CD-C0C3-4123-8A1A-A8CEE9DE2284}"/>
              </a:ext>
            </a:extLst>
          </p:cNvPr>
          <p:cNvSpPr>
            <a:spLocks noGrp="1"/>
          </p:cNvSpPr>
          <p:nvPr>
            <p:ph idx="1"/>
          </p:nvPr>
        </p:nvSpPr>
        <p:spPr>
          <a:xfrm>
            <a:off x="685800" y="1"/>
            <a:ext cx="7772400" cy="6096000"/>
          </a:xfrm>
        </p:spPr>
        <p:txBody>
          <a:bodyPr/>
          <a:lstStyle/>
          <a:p>
            <a:r>
              <a:rPr lang="pl-PL" dirty="0"/>
              <a:t>Ponadto dodatkowe pliki wykorzystywane są do przechowywania informacji o strefach.</a:t>
            </a:r>
          </a:p>
          <a:p>
            <a:r>
              <a:rPr lang="pl-PL" dirty="0"/>
              <a:t>Buforujący serwer nazw może być wykorzystany do przyspieszenia procesu tłumaczenia nazw na adresy IP. Serwer umieszczony w sieci lokalnej, np. w szkole, zapisuje w swojej pamięci informacje o nazwach stron internetowych odwiedzonych przez uczniów i odpowiadających im adresach IP. Dostęp do tych informacji w sieci lokalnej jest szybszy, a ponadto możliwe jest zmniejszenie liczby zapytań wysyłanych do zewnętrznych serwerów DNS.</a:t>
            </a:r>
          </a:p>
        </p:txBody>
      </p:sp>
    </p:spTree>
    <p:extLst>
      <p:ext uri="{BB962C8B-B14F-4D97-AF65-F5344CB8AC3E}">
        <p14:creationId xmlns:p14="http://schemas.microsoft.com/office/powerpoint/2010/main" xmlns="" val="22489045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DE2BE951-562B-4F30-B355-622F5D58C03E}"/>
              </a:ext>
            </a:extLst>
          </p:cNvPr>
          <p:cNvSpPr>
            <a:spLocks noGrp="1"/>
          </p:cNvSpPr>
          <p:nvPr>
            <p:ph type="title"/>
          </p:nvPr>
        </p:nvSpPr>
        <p:spPr/>
        <p:txBody>
          <a:bodyPr/>
          <a:lstStyle/>
          <a:p>
            <a:r>
              <a:rPr lang="pl-PL" dirty="0"/>
              <a:t>Konfigurowanie i testowanie buforującego serwera nazw</a:t>
            </a:r>
          </a:p>
        </p:txBody>
      </p:sp>
      <p:sp>
        <p:nvSpPr>
          <p:cNvPr id="3" name="Symbol zastępczy zawartości 2">
            <a:extLst>
              <a:ext uri="{FF2B5EF4-FFF2-40B4-BE49-F238E27FC236}">
                <a16:creationId xmlns="" xmlns:a16="http://schemas.microsoft.com/office/drawing/2014/main" id="{A0F61452-CC29-4A55-ACA6-8013CC6952E5}"/>
              </a:ext>
            </a:extLst>
          </p:cNvPr>
          <p:cNvSpPr>
            <a:spLocks noGrp="1"/>
          </p:cNvSpPr>
          <p:nvPr>
            <p:ph idx="1"/>
          </p:nvPr>
        </p:nvSpPr>
        <p:spPr/>
        <p:txBody>
          <a:bodyPr/>
          <a:lstStyle/>
          <a:p>
            <a:pPr lvl="0"/>
            <a:r>
              <a:rPr lang="pl-PL" dirty="0">
                <a:effectLst/>
              </a:rPr>
              <a:t>W pliku</a:t>
            </a:r>
            <a:r>
              <a:rPr lang="pl-PL" b="1" dirty="0">
                <a:effectLst/>
              </a:rPr>
              <a:t> </a:t>
            </a:r>
            <a:r>
              <a:rPr lang="pl-PL" b="1" dirty="0" err="1">
                <a:solidFill>
                  <a:srgbClr val="66FF33"/>
                </a:solidFill>
                <a:effectLst/>
              </a:rPr>
              <a:t>named</a:t>
            </a:r>
            <a:r>
              <a:rPr lang="pl-PL" b="1" dirty="0">
                <a:solidFill>
                  <a:srgbClr val="66FF33"/>
                </a:solidFill>
                <a:effectLst/>
              </a:rPr>
              <a:t>. </a:t>
            </a:r>
            <a:r>
              <a:rPr lang="pl-PL" b="1" dirty="0" err="1">
                <a:solidFill>
                  <a:srgbClr val="66FF33"/>
                </a:solidFill>
                <a:effectLst/>
              </a:rPr>
              <a:t>conf</a:t>
            </a:r>
            <a:r>
              <a:rPr lang="pl-PL" b="1" dirty="0">
                <a:solidFill>
                  <a:srgbClr val="66FF33"/>
                </a:solidFill>
                <a:effectLst/>
              </a:rPr>
              <a:t> . </a:t>
            </a:r>
            <a:r>
              <a:rPr lang="pl-PL" b="1" dirty="0" err="1">
                <a:solidFill>
                  <a:srgbClr val="66FF33"/>
                </a:solidFill>
                <a:effectLst/>
              </a:rPr>
              <a:t>options</a:t>
            </a:r>
            <a:r>
              <a:rPr lang="pl-PL" dirty="0">
                <a:solidFill>
                  <a:srgbClr val="66FF33"/>
                </a:solidFill>
                <a:effectLst/>
              </a:rPr>
              <a:t> </a:t>
            </a:r>
            <a:r>
              <a:rPr lang="pl-PL" dirty="0">
                <a:effectLst/>
              </a:rPr>
              <a:t>usunąć symbol komentarza na początku poniższych linijek i wpisać adresy serwerów DNS dostawcy usług internetowych. W tym przykładzie wpisano adresy serwerów </a:t>
            </a:r>
            <a:r>
              <a:rPr lang="pl-PL" dirty="0" err="1">
                <a:effectLst/>
              </a:rPr>
              <a:t>OpenDNS</a:t>
            </a:r>
            <a:r>
              <a:rPr lang="pl-PL" dirty="0">
                <a:effectLst/>
              </a:rPr>
              <a:t> - oferujących darmowy dostęp do DNS i dodatkowo możliwość zablokowania dostępu np. do stron pornograficznych lub z przemocą. </a:t>
            </a:r>
          </a:p>
          <a:p>
            <a:pPr marL="0" indent="0">
              <a:buNone/>
            </a:pPr>
            <a:endParaRPr lang="pl-PL" dirty="0">
              <a:effectLst/>
            </a:endParaRPr>
          </a:p>
          <a:p>
            <a:endParaRPr lang="pl-PL" dirty="0"/>
          </a:p>
        </p:txBody>
      </p:sp>
    </p:spTree>
    <p:extLst>
      <p:ext uri="{BB962C8B-B14F-4D97-AF65-F5344CB8AC3E}">
        <p14:creationId xmlns:p14="http://schemas.microsoft.com/office/powerpoint/2010/main" xmlns="" val="32657145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BBA8DA81-D41C-4221-9B40-EEBE55722FBB}"/>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9C505DFA-7DF4-4A4A-8F9B-96ECC6C2026C}"/>
              </a:ext>
            </a:extLst>
          </p:cNvPr>
          <p:cNvSpPr>
            <a:spLocks noGrp="1"/>
          </p:cNvSpPr>
          <p:nvPr>
            <p:ph idx="1"/>
          </p:nvPr>
        </p:nvSpPr>
        <p:spPr>
          <a:xfrm>
            <a:off x="685800" y="908721"/>
            <a:ext cx="7772400" cy="5187280"/>
          </a:xfrm>
        </p:spPr>
        <p:txBody>
          <a:bodyPr/>
          <a:lstStyle/>
          <a:p>
            <a:endParaRPr lang="pl-PL" dirty="0"/>
          </a:p>
        </p:txBody>
      </p:sp>
      <p:sp>
        <p:nvSpPr>
          <p:cNvPr id="4" name="Prostokąt 3">
            <a:extLst>
              <a:ext uri="{FF2B5EF4-FFF2-40B4-BE49-F238E27FC236}">
                <a16:creationId xmlns="" xmlns:a16="http://schemas.microsoft.com/office/drawing/2014/main" id="{9FF488F2-86BF-406D-828A-A9A032CE98AA}"/>
              </a:ext>
            </a:extLst>
          </p:cNvPr>
          <p:cNvSpPr/>
          <p:nvPr/>
        </p:nvSpPr>
        <p:spPr>
          <a:xfrm>
            <a:off x="827584" y="2603614"/>
            <a:ext cx="7630616" cy="2170338"/>
          </a:xfrm>
          <a:prstGeom prst="rect">
            <a:avLst/>
          </a:prstGeom>
        </p:spPr>
        <p:txBody>
          <a:bodyPr wrap="square">
            <a:spAutoFit/>
          </a:bodyPr>
          <a:lstStyle/>
          <a:p>
            <a:pPr marL="828675" marR="107950" indent="-6350">
              <a:lnSpc>
                <a:spcPct val="105000"/>
              </a:lnSpc>
              <a:spcAft>
                <a:spcPts val="20"/>
              </a:spcAft>
            </a:pPr>
            <a:r>
              <a:rPr lang="pl-PL" sz="3200" b="1" dirty="0" err="1">
                <a:solidFill>
                  <a:srgbClr val="66FF33"/>
                </a:solidFill>
                <a:latin typeface="Courier New" panose="02070309020205020404" pitchFamily="49" charset="0"/>
                <a:ea typeface="Courier New" panose="02070309020205020404" pitchFamily="49" charset="0"/>
                <a:cs typeface="Book Antiqua" panose="02040602050305030304" pitchFamily="18" charset="0"/>
              </a:rPr>
              <a:t>forwarders</a:t>
            </a:r>
            <a:r>
              <a:rPr lang="pl-PL" sz="3200" b="1" dirty="0">
                <a:solidFill>
                  <a:srgbClr val="66FF33"/>
                </a:solidFill>
                <a:latin typeface="Courier New" panose="02070309020205020404" pitchFamily="49" charset="0"/>
                <a:ea typeface="Courier New" panose="02070309020205020404" pitchFamily="49" charset="0"/>
                <a:cs typeface="Book Antiqua" panose="02040602050305030304" pitchFamily="18" charset="0"/>
              </a:rPr>
              <a:t> { </a:t>
            </a:r>
            <a:endParaRPr lang="pl-PL" sz="3200" dirty="0">
              <a:solidFill>
                <a:srgbClr val="66FF33"/>
              </a:solidFill>
              <a:latin typeface="Book Antiqua" panose="02040602050305030304" pitchFamily="18" charset="0"/>
              <a:ea typeface="Book Antiqua" panose="02040602050305030304" pitchFamily="18" charset="0"/>
              <a:cs typeface="Book Antiqua" panose="02040602050305030304" pitchFamily="18" charset="0"/>
            </a:endParaRPr>
          </a:p>
          <a:p>
            <a:pPr marL="6350" marR="798195" indent="-6350" algn="ctr">
              <a:lnSpc>
                <a:spcPct val="107000"/>
              </a:lnSpc>
              <a:spcAft>
                <a:spcPts val="0"/>
              </a:spcAft>
            </a:pPr>
            <a:r>
              <a:rPr lang="pl-PL" sz="3200" b="1" dirty="0">
                <a:solidFill>
                  <a:srgbClr val="66FF33"/>
                </a:solidFill>
                <a:latin typeface="Courier New" panose="02070309020205020404" pitchFamily="49" charset="0"/>
                <a:ea typeface="Courier New" panose="02070309020205020404" pitchFamily="49" charset="0"/>
                <a:cs typeface="Book Antiqua" panose="02040602050305030304" pitchFamily="18" charset="0"/>
              </a:rPr>
              <a:t>208.67.222.222; </a:t>
            </a:r>
            <a:endParaRPr lang="pl-PL" sz="3200" dirty="0">
              <a:solidFill>
                <a:srgbClr val="66FF33"/>
              </a:solidFill>
              <a:latin typeface="Book Antiqua" panose="02040602050305030304" pitchFamily="18" charset="0"/>
              <a:ea typeface="Book Antiqua" panose="02040602050305030304" pitchFamily="18" charset="0"/>
              <a:cs typeface="Book Antiqua" panose="02040602050305030304" pitchFamily="18" charset="0"/>
            </a:endParaRPr>
          </a:p>
          <a:p>
            <a:pPr marL="6350" marR="792480" indent="-6350" algn="ctr">
              <a:lnSpc>
                <a:spcPct val="107000"/>
              </a:lnSpc>
              <a:spcAft>
                <a:spcPts val="0"/>
              </a:spcAft>
            </a:pPr>
            <a:r>
              <a:rPr lang="pl-PL" sz="3200" b="1" dirty="0">
                <a:solidFill>
                  <a:srgbClr val="66FF33"/>
                </a:solidFill>
                <a:latin typeface="Courier New" panose="02070309020205020404" pitchFamily="49" charset="0"/>
                <a:ea typeface="Courier New" panose="02070309020205020404" pitchFamily="49" charset="0"/>
                <a:cs typeface="Book Antiqua" panose="02040602050305030304" pitchFamily="18" charset="0"/>
              </a:rPr>
              <a:t>208.67.220.220; </a:t>
            </a:r>
            <a:endParaRPr lang="pl-PL" sz="3200" dirty="0">
              <a:solidFill>
                <a:srgbClr val="66FF33"/>
              </a:solidFill>
              <a:latin typeface="Book Antiqua" panose="02040602050305030304" pitchFamily="18" charset="0"/>
              <a:ea typeface="Book Antiqua" panose="02040602050305030304" pitchFamily="18" charset="0"/>
              <a:cs typeface="Book Antiqua" panose="02040602050305030304" pitchFamily="18" charset="0"/>
            </a:endParaRPr>
          </a:p>
          <a:p>
            <a:pPr marL="1953895" marR="107950" indent="-635">
              <a:lnSpc>
                <a:spcPct val="107000"/>
              </a:lnSpc>
              <a:spcAft>
                <a:spcPts val="20"/>
              </a:spcAft>
            </a:pPr>
            <a:r>
              <a:rPr lang="pl-PL" sz="3200" dirty="0">
                <a:solidFill>
                  <a:srgbClr val="66FF33"/>
                </a:solidFill>
                <a:latin typeface="Book Antiqua" panose="02040602050305030304" pitchFamily="18" charset="0"/>
                <a:ea typeface="Book Antiqua" panose="02040602050305030304" pitchFamily="18" charset="0"/>
                <a:cs typeface="Book Antiqua" panose="02040602050305030304" pitchFamily="18" charset="0"/>
              </a:rPr>
              <a:t>} ; </a:t>
            </a:r>
            <a:endParaRPr lang="pl-PL" sz="3200" dirty="0">
              <a:solidFill>
                <a:srgbClr val="66FF33"/>
              </a:solidFill>
              <a:effectLst/>
              <a:latin typeface="Book Antiqua" panose="02040602050305030304" pitchFamily="18" charset="0"/>
              <a:ea typeface="Book Antiqua" panose="02040602050305030304" pitchFamily="18" charset="0"/>
              <a:cs typeface="Book Antiqua" panose="02040602050305030304" pitchFamily="18" charset="0"/>
            </a:endParaRPr>
          </a:p>
        </p:txBody>
      </p:sp>
    </p:spTree>
    <p:extLst>
      <p:ext uri="{BB962C8B-B14F-4D97-AF65-F5344CB8AC3E}">
        <p14:creationId xmlns:p14="http://schemas.microsoft.com/office/powerpoint/2010/main" xmlns="" val="26244413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9F9EC1BC-ADE5-4BB4-8A3E-F08E7F9751CF}"/>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5A7E4137-E97B-4DFA-A909-AD338CE97631}"/>
              </a:ext>
            </a:extLst>
          </p:cNvPr>
          <p:cNvSpPr>
            <a:spLocks noGrp="1"/>
          </p:cNvSpPr>
          <p:nvPr>
            <p:ph idx="1"/>
          </p:nvPr>
        </p:nvSpPr>
        <p:spPr>
          <a:xfrm>
            <a:off x="685800" y="228601"/>
            <a:ext cx="7772400" cy="5867400"/>
          </a:xfrm>
        </p:spPr>
        <p:txBody>
          <a:bodyPr/>
          <a:lstStyle/>
          <a:p>
            <a:r>
              <a:rPr lang="pl-PL" dirty="0">
                <a:effectLst/>
              </a:rPr>
              <a:t>Uruchomić ponownie demona BIND poleceniem </a:t>
            </a:r>
            <a:r>
              <a:rPr lang="pl-PL" b="1" dirty="0" err="1">
                <a:effectLst/>
              </a:rPr>
              <a:t>sudo</a:t>
            </a:r>
            <a:r>
              <a:rPr lang="pl-PL" b="1" dirty="0">
                <a:effectLst/>
              </a:rPr>
              <a:t> /</a:t>
            </a:r>
            <a:r>
              <a:rPr lang="pl-PL" b="1" dirty="0" err="1">
                <a:effectLst/>
              </a:rPr>
              <a:t>etc</a:t>
            </a:r>
            <a:r>
              <a:rPr lang="pl-PL" b="1" dirty="0">
                <a:effectLst/>
              </a:rPr>
              <a:t>/</a:t>
            </a:r>
            <a:r>
              <a:rPr lang="pl-PL" b="1" dirty="0" err="1">
                <a:effectLst/>
              </a:rPr>
              <a:t>init.d</a:t>
            </a:r>
            <a:r>
              <a:rPr lang="pl-PL" b="1" dirty="0">
                <a:effectLst/>
              </a:rPr>
              <a:t>/bind9 restart. </a:t>
            </a:r>
            <a:endParaRPr lang="pl-PL" dirty="0">
              <a:effectLst/>
            </a:endParaRPr>
          </a:p>
          <a:p>
            <a:r>
              <a:rPr lang="pl-PL" dirty="0">
                <a:effectLst/>
              </a:rPr>
              <a:t>W oknie konfiguracji adresu IPv4 ustawić adres serwera DNS. W polu Serwery DNS należy wpisać adres IP komputera, w którym uruchomiony jest buforujący serwer DNS (rys. ). </a:t>
            </a:r>
          </a:p>
          <a:p>
            <a:pPr lvl="0"/>
            <a:r>
              <a:rPr lang="pl-PL" dirty="0">
                <a:effectLst/>
              </a:rPr>
              <a:t>Przetestować działanie serwera. Do testowania serwera DNS w środowisku Linux można użyć polecenia</a:t>
            </a:r>
            <a:r>
              <a:rPr lang="pl-PL" b="1" dirty="0">
                <a:effectLst/>
              </a:rPr>
              <a:t> </a:t>
            </a:r>
            <a:r>
              <a:rPr lang="pl-PL" b="1" dirty="0" err="1">
                <a:solidFill>
                  <a:srgbClr val="66FF33"/>
                </a:solidFill>
                <a:effectLst/>
              </a:rPr>
              <a:t>dig</a:t>
            </a:r>
            <a:r>
              <a:rPr lang="pl-PL" b="1" dirty="0">
                <a:effectLst/>
              </a:rPr>
              <a:t>,</a:t>
            </a:r>
            <a:r>
              <a:rPr lang="pl-PL" dirty="0">
                <a:effectLst/>
              </a:rPr>
              <a:t> np. aby sprawdzić adres IP serwera onet.pl, należy wydać polecenie </a:t>
            </a:r>
            <a:r>
              <a:rPr lang="pl-PL" b="1" dirty="0" err="1">
                <a:effectLst/>
              </a:rPr>
              <a:t>dig</a:t>
            </a:r>
            <a:r>
              <a:rPr lang="pl-PL" b="1" dirty="0">
                <a:effectLst/>
              </a:rPr>
              <a:t> onet.pl. </a:t>
            </a:r>
            <a:endParaRPr lang="pl-PL" dirty="0">
              <a:effectLst/>
            </a:endParaRPr>
          </a:p>
          <a:p>
            <a:endParaRPr lang="pl-PL" dirty="0"/>
          </a:p>
        </p:txBody>
      </p:sp>
    </p:spTree>
    <p:extLst>
      <p:ext uri="{BB962C8B-B14F-4D97-AF65-F5344CB8AC3E}">
        <p14:creationId xmlns:p14="http://schemas.microsoft.com/office/powerpoint/2010/main" xmlns="" val="3567101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7F6AA770-A073-46C3-B997-0046EF642764}"/>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BF3F6647-39A6-44ED-B693-FA14285823F5}"/>
              </a:ext>
            </a:extLst>
          </p:cNvPr>
          <p:cNvSpPr>
            <a:spLocks noGrp="1"/>
          </p:cNvSpPr>
          <p:nvPr>
            <p:ph idx="1"/>
          </p:nvPr>
        </p:nvSpPr>
        <p:spPr/>
        <p:txBody>
          <a:bodyPr/>
          <a:lstStyle/>
          <a:p>
            <a:r>
              <a:rPr lang="pl-PL" dirty="0">
                <a:effectLst/>
              </a:rPr>
              <a:t>Przykład działania polecenia</a:t>
            </a:r>
            <a:r>
              <a:rPr lang="pl-PL" b="1" dirty="0">
                <a:effectLst/>
              </a:rPr>
              <a:t> </a:t>
            </a:r>
            <a:r>
              <a:rPr lang="pl-PL" b="1" dirty="0" err="1">
                <a:effectLst/>
              </a:rPr>
              <a:t>dig</a:t>
            </a:r>
            <a:r>
              <a:rPr lang="pl-PL" dirty="0">
                <a:effectLst/>
              </a:rPr>
              <a:t> zaprezentowano na rys.  Adres IP serwera onet.pl pokazany jest w sekcji „ANSWER SECTION". </a:t>
            </a:r>
          </a:p>
          <a:p>
            <a:endParaRPr lang="pl-PL" dirty="0"/>
          </a:p>
        </p:txBody>
      </p:sp>
    </p:spTree>
    <p:extLst>
      <p:ext uri="{BB962C8B-B14F-4D97-AF65-F5344CB8AC3E}">
        <p14:creationId xmlns:p14="http://schemas.microsoft.com/office/powerpoint/2010/main" xmlns="" val="3585995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648E9602-F88D-4200-82AA-3736CEAAB313}"/>
              </a:ext>
            </a:extLst>
          </p:cNvPr>
          <p:cNvSpPr>
            <a:spLocks noGrp="1"/>
          </p:cNvSpPr>
          <p:nvPr>
            <p:ph type="title"/>
          </p:nvPr>
        </p:nvSpPr>
        <p:spPr/>
        <p:txBody>
          <a:bodyPr/>
          <a:lstStyle/>
          <a:p>
            <a:endParaRPr lang="pl-PL"/>
          </a:p>
        </p:txBody>
      </p:sp>
      <p:pic>
        <p:nvPicPr>
          <p:cNvPr id="7" name="Symbol zastępczy zawartości 6">
            <a:extLst>
              <a:ext uri="{FF2B5EF4-FFF2-40B4-BE49-F238E27FC236}">
                <a16:creationId xmlns="" xmlns:a16="http://schemas.microsoft.com/office/drawing/2014/main" id="{873DCB8D-A2A8-4244-B4BE-426009A871EC}"/>
              </a:ext>
            </a:extLst>
          </p:cNvPr>
          <p:cNvPicPr>
            <a:picLocks noGrp="1" noChangeAspect="1"/>
          </p:cNvPicPr>
          <p:nvPr>
            <p:ph idx="1"/>
          </p:nvPr>
        </p:nvPicPr>
        <p:blipFill>
          <a:blip r:embed="rId2" cstate="print"/>
          <a:stretch>
            <a:fillRect/>
          </a:stretch>
        </p:blipFill>
        <p:spPr>
          <a:xfrm>
            <a:off x="655293" y="429536"/>
            <a:ext cx="8021163" cy="5807776"/>
          </a:xfrm>
          <a:prstGeom prst="rect">
            <a:avLst/>
          </a:prstGeom>
        </p:spPr>
      </p:pic>
    </p:spTree>
    <p:extLst>
      <p:ext uri="{BB962C8B-B14F-4D97-AF65-F5344CB8AC3E}">
        <p14:creationId xmlns:p14="http://schemas.microsoft.com/office/powerpoint/2010/main" xmlns="" val="4158409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814A8D1E-A94F-4FEF-9B36-7A8E68D5181D}"/>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2FB92F76-7F54-4CF8-B13F-073E9FA9AFC1}"/>
              </a:ext>
            </a:extLst>
          </p:cNvPr>
          <p:cNvSpPr>
            <a:spLocks noGrp="1"/>
          </p:cNvSpPr>
          <p:nvPr>
            <p:ph idx="1"/>
          </p:nvPr>
        </p:nvSpPr>
        <p:spPr>
          <a:xfrm>
            <a:off x="685800" y="0"/>
            <a:ext cx="7772400" cy="6096001"/>
          </a:xfrm>
        </p:spPr>
        <p:txBody>
          <a:bodyPr/>
          <a:lstStyle/>
          <a:p>
            <a:r>
              <a:rPr lang="pl-PL" dirty="0">
                <a:effectLst/>
              </a:rPr>
              <a:t>Każdy host w domenie ma adres IP i nazwę domenową. Rekordy odwzorowania adresów (A) odwzorowują nazwę hosta na przypisany mu adres IP. Dzięki tym rekordom inne hosty w sieci mogą od serwera DNS uzyskać odpowiedź na zapytania o adres IP przypisany do określonej nazwy hosta. Rekordy wskaźników wyszukiwania odwrotnego (PTR) odwzorowują adresy IP poszczególnych hostów na przypisane im nazwy - pozwalają innym hostom w sieci uzyskać od serwera DNS informacje o nazwach odpowiadających adresowi IP. </a:t>
            </a:r>
            <a:endParaRPr lang="pl-PL" dirty="0"/>
          </a:p>
        </p:txBody>
      </p:sp>
    </p:spTree>
    <p:extLst>
      <p:ext uri="{BB962C8B-B14F-4D97-AF65-F5344CB8AC3E}">
        <p14:creationId xmlns:p14="http://schemas.microsoft.com/office/powerpoint/2010/main" xmlns="" val="32230569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25A97C32-39F7-4123-AA40-BEB4066C2911}"/>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CD79975F-EF7E-47BE-9CA0-0FC4DF140147}"/>
              </a:ext>
            </a:extLst>
          </p:cNvPr>
          <p:cNvSpPr>
            <a:spLocks noGrp="1"/>
          </p:cNvSpPr>
          <p:nvPr>
            <p:ph idx="1"/>
          </p:nvPr>
        </p:nvSpPr>
        <p:spPr>
          <a:xfrm>
            <a:off x="685800" y="1"/>
            <a:ext cx="7772400" cy="6096000"/>
          </a:xfrm>
        </p:spPr>
        <p:txBody>
          <a:bodyPr/>
          <a:lstStyle/>
          <a:p>
            <a:r>
              <a:rPr lang="pl-PL" dirty="0">
                <a:effectLst/>
              </a:rPr>
              <a:t>Administrator serwera DNS musi zdefiniować dane strefy DNS, tworząc rekordy zasobów. Serwer DNS obsługuje również inne typy rekordów zasobów, np. rekordy serwerów poczty elektronicznej (MX) lub innych serwerów nazw (NS). </a:t>
            </a:r>
          </a:p>
          <a:p>
            <a:r>
              <a:rPr lang="pl-PL" dirty="0">
                <a:effectLst/>
              </a:rPr>
              <a:t>Każdy serwer nazw zawiera dane o pewnej części całej przestrzeni adresowej DNS. </a:t>
            </a:r>
          </a:p>
          <a:p>
            <a:r>
              <a:rPr lang="pl-PL" dirty="0">
                <a:effectLst/>
              </a:rPr>
              <a:t>Dane z każdej domeny powinny być przechowywane na co najmniej dwóch serwerach. Jeden z nich, tzw. podstawowy serwer nazw, jest autorytatywnym źródłem informacji o danej domenie. </a:t>
            </a:r>
            <a:endParaRPr lang="pl-PL" dirty="0"/>
          </a:p>
        </p:txBody>
      </p:sp>
    </p:spTree>
    <p:extLst>
      <p:ext uri="{BB962C8B-B14F-4D97-AF65-F5344CB8AC3E}">
        <p14:creationId xmlns:p14="http://schemas.microsoft.com/office/powerpoint/2010/main" xmlns="" val="1744546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BAD81B33-A8E2-4974-806A-2D590D039B84}"/>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58D5F24B-0A8A-4BDD-ABAC-21EBEF547CE1}"/>
              </a:ext>
            </a:extLst>
          </p:cNvPr>
          <p:cNvSpPr>
            <a:spLocks noGrp="1"/>
          </p:cNvSpPr>
          <p:nvPr>
            <p:ph idx="1"/>
          </p:nvPr>
        </p:nvSpPr>
        <p:spPr/>
        <p:txBody>
          <a:bodyPr/>
          <a:lstStyle/>
          <a:p>
            <a:r>
              <a:rPr lang="pl-PL" dirty="0">
                <a:effectLst/>
              </a:rPr>
              <a:t>Pozostałe serwery przechowują kopię zawartości serwera podstawowego. Serwery zapasowe zwiększają niezawodność i odporność całego systemu na awarie i są używane w przypadku awarii lub wyłączenia serwera podstawowego albo w celu rozłożenia obciążenia na kilka serwerów. </a:t>
            </a:r>
          </a:p>
          <a:p>
            <a:endParaRPr lang="pl-PL" dirty="0"/>
          </a:p>
        </p:txBody>
      </p:sp>
    </p:spTree>
    <p:extLst>
      <p:ext uri="{BB962C8B-B14F-4D97-AF65-F5344CB8AC3E}">
        <p14:creationId xmlns:p14="http://schemas.microsoft.com/office/powerpoint/2010/main" xmlns="" val="16067609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5AC667B3-8ECB-403C-9F0D-E883BEE3FA6C}"/>
              </a:ext>
            </a:extLst>
          </p:cNvPr>
          <p:cNvSpPr>
            <a:spLocks noGrp="1"/>
          </p:cNvSpPr>
          <p:nvPr>
            <p:ph type="title"/>
          </p:nvPr>
        </p:nvSpPr>
        <p:spPr/>
        <p:txBody>
          <a:bodyPr/>
          <a:lstStyle/>
          <a:p>
            <a:r>
              <a:rPr lang="pl-PL" dirty="0"/>
              <a:t>Konfigurowanie podstawowego serwera nazw</a:t>
            </a:r>
          </a:p>
        </p:txBody>
      </p:sp>
      <p:sp>
        <p:nvSpPr>
          <p:cNvPr id="3" name="Symbol zastępczy zawartości 2">
            <a:extLst>
              <a:ext uri="{FF2B5EF4-FFF2-40B4-BE49-F238E27FC236}">
                <a16:creationId xmlns="" xmlns:a16="http://schemas.microsoft.com/office/drawing/2014/main" id="{8BE172BF-353D-495A-9CFC-D841A4845AFD}"/>
              </a:ext>
            </a:extLst>
          </p:cNvPr>
          <p:cNvSpPr>
            <a:spLocks noGrp="1"/>
          </p:cNvSpPr>
          <p:nvPr>
            <p:ph idx="1"/>
          </p:nvPr>
        </p:nvSpPr>
        <p:spPr/>
        <p:txBody>
          <a:bodyPr/>
          <a:lstStyle/>
          <a:p>
            <a:r>
              <a:rPr lang="pl-PL" dirty="0">
                <a:effectLst/>
              </a:rPr>
              <a:t>W tym przykładzie zostanie skonfigurowany podstawowy serwer DNS dla domeny </a:t>
            </a:r>
            <a:r>
              <a:rPr lang="pl-PL" dirty="0" err="1">
                <a:solidFill>
                  <a:srgbClr val="66FF33"/>
                </a:solidFill>
                <a:effectLst/>
              </a:rPr>
              <a:t>zsp.local</a:t>
            </a:r>
            <a:r>
              <a:rPr lang="pl-PL" dirty="0">
                <a:effectLst/>
              </a:rPr>
              <a:t>. Ponieważ nazwa tej domeny nie została zarejestrowana, dostępna będzie tylko w sieci lokalnej. </a:t>
            </a:r>
            <a:endParaRPr lang="pl-PL" dirty="0"/>
          </a:p>
        </p:txBody>
      </p:sp>
    </p:spTree>
    <p:extLst>
      <p:ext uri="{BB962C8B-B14F-4D97-AF65-F5344CB8AC3E}">
        <p14:creationId xmlns:p14="http://schemas.microsoft.com/office/powerpoint/2010/main" xmlns="" val="42283313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F98DA95C-F773-42B1-B4FC-881A084EE586}"/>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3B87BADC-B60B-4386-8F05-045C603C6330}"/>
              </a:ext>
            </a:extLst>
          </p:cNvPr>
          <p:cNvSpPr>
            <a:spLocks noGrp="1"/>
          </p:cNvSpPr>
          <p:nvPr>
            <p:ph idx="1"/>
          </p:nvPr>
        </p:nvSpPr>
        <p:spPr>
          <a:xfrm>
            <a:off x="685800" y="228601"/>
            <a:ext cx="7772400" cy="5867400"/>
          </a:xfrm>
        </p:spPr>
        <p:txBody>
          <a:bodyPr/>
          <a:lstStyle/>
          <a:p>
            <a:r>
              <a:rPr lang="pl-PL" dirty="0">
                <a:effectLst/>
              </a:rPr>
              <a:t>Aby skonfigurować podstawowy serwer nazw, należy: </a:t>
            </a:r>
          </a:p>
          <a:p>
            <a:r>
              <a:rPr lang="pl-PL" b="1" dirty="0">
                <a:effectLst/>
              </a:rPr>
              <a:t>1.</a:t>
            </a:r>
            <a:r>
              <a:rPr lang="pl-PL" dirty="0">
                <a:effectLst/>
              </a:rPr>
              <a:t> W pliku</a:t>
            </a:r>
            <a:r>
              <a:rPr lang="pl-PL" b="1" dirty="0">
                <a:effectLst/>
              </a:rPr>
              <a:t> </a:t>
            </a:r>
            <a:r>
              <a:rPr lang="pl-PL" b="1" dirty="0" err="1">
                <a:solidFill>
                  <a:srgbClr val="66FF33"/>
                </a:solidFill>
                <a:effectLst/>
              </a:rPr>
              <a:t>named</a:t>
            </a:r>
            <a:r>
              <a:rPr lang="pl-PL" b="1" dirty="0">
                <a:solidFill>
                  <a:srgbClr val="66FF33"/>
                </a:solidFill>
                <a:effectLst/>
              </a:rPr>
              <a:t>. </a:t>
            </a:r>
            <a:r>
              <a:rPr lang="pl-PL" b="1" dirty="0" err="1">
                <a:solidFill>
                  <a:srgbClr val="66FF33"/>
                </a:solidFill>
                <a:effectLst/>
              </a:rPr>
              <a:t>conf</a:t>
            </a:r>
            <a:r>
              <a:rPr lang="pl-PL" b="1" dirty="0">
                <a:solidFill>
                  <a:srgbClr val="66FF33"/>
                </a:solidFill>
                <a:effectLst/>
              </a:rPr>
              <a:t> . </a:t>
            </a:r>
            <a:r>
              <a:rPr lang="pl-PL" b="1" dirty="0" err="1">
                <a:solidFill>
                  <a:srgbClr val="66FF33"/>
                </a:solidFill>
                <a:effectLst/>
              </a:rPr>
              <a:t>local</a:t>
            </a:r>
            <a:r>
              <a:rPr lang="pl-PL" dirty="0">
                <a:solidFill>
                  <a:srgbClr val="66FF33"/>
                </a:solidFill>
                <a:effectLst/>
              </a:rPr>
              <a:t> </a:t>
            </a:r>
            <a:r>
              <a:rPr lang="pl-PL" dirty="0">
                <a:effectLst/>
              </a:rPr>
              <a:t>dodać strefę przeszukiwania „w przód". W tym przykładzie dodano opis strefy „</a:t>
            </a:r>
            <a:r>
              <a:rPr lang="pl-PL" dirty="0" err="1">
                <a:effectLst/>
              </a:rPr>
              <a:t>zsp.local</a:t>
            </a:r>
            <a:r>
              <a:rPr lang="pl-PL" dirty="0">
                <a:effectLst/>
              </a:rPr>
              <a:t>". W opisie strefy „</a:t>
            </a:r>
            <a:r>
              <a:rPr lang="pl-PL" dirty="0" err="1">
                <a:effectLst/>
              </a:rPr>
              <a:t>type</a:t>
            </a:r>
            <a:r>
              <a:rPr lang="pl-PL" dirty="0">
                <a:effectLst/>
              </a:rPr>
              <a:t> master" oznacza typ strefy podstawowej, natomiast „file" opisuje ścieżkę do pliku zawierającego bazę danych strefy. Przykładowy plik</a:t>
            </a:r>
            <a:r>
              <a:rPr lang="pl-PL" b="1" dirty="0">
                <a:effectLst/>
              </a:rPr>
              <a:t> </a:t>
            </a:r>
            <a:r>
              <a:rPr lang="pl-PL" b="1" dirty="0" err="1">
                <a:effectLst/>
              </a:rPr>
              <a:t>named</a:t>
            </a:r>
            <a:r>
              <a:rPr lang="pl-PL" b="1" dirty="0">
                <a:effectLst/>
              </a:rPr>
              <a:t>. </a:t>
            </a:r>
            <a:r>
              <a:rPr lang="pl-PL" b="1" dirty="0" err="1">
                <a:effectLst/>
              </a:rPr>
              <a:t>conf</a:t>
            </a:r>
            <a:r>
              <a:rPr lang="pl-PL" b="1" dirty="0">
                <a:effectLst/>
              </a:rPr>
              <a:t>. </a:t>
            </a:r>
            <a:r>
              <a:rPr lang="pl-PL" b="1" dirty="0" err="1">
                <a:effectLst/>
              </a:rPr>
              <a:t>local</a:t>
            </a:r>
            <a:r>
              <a:rPr lang="pl-PL" dirty="0">
                <a:effectLst/>
              </a:rPr>
              <a:t> pokazano na rys. </a:t>
            </a:r>
          </a:p>
          <a:p>
            <a:endParaRPr lang="pl-PL" dirty="0"/>
          </a:p>
        </p:txBody>
      </p:sp>
    </p:spTree>
    <p:extLst>
      <p:ext uri="{BB962C8B-B14F-4D97-AF65-F5344CB8AC3E}">
        <p14:creationId xmlns:p14="http://schemas.microsoft.com/office/powerpoint/2010/main" xmlns="" val="39861443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EBB7AEB5-21CC-44BD-82AC-95F5E0DEADA8}"/>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DD4CC881-5BB1-43A5-A600-9D83C4019356}"/>
              </a:ext>
            </a:extLst>
          </p:cNvPr>
          <p:cNvSpPr>
            <a:spLocks noGrp="1"/>
          </p:cNvSpPr>
          <p:nvPr>
            <p:ph idx="1"/>
          </p:nvPr>
        </p:nvSpPr>
        <p:spPr/>
        <p:txBody>
          <a:bodyPr/>
          <a:lstStyle/>
          <a:p>
            <a:pPr marL="0" indent="0">
              <a:buNone/>
            </a:pPr>
            <a:r>
              <a:rPr lang="pl-PL" b="1" dirty="0" err="1">
                <a:solidFill>
                  <a:srgbClr val="66FF33"/>
                </a:solidFill>
                <a:effectLst/>
              </a:rPr>
              <a:t>zone</a:t>
            </a:r>
            <a:r>
              <a:rPr lang="pl-PL" b="1" dirty="0">
                <a:solidFill>
                  <a:srgbClr val="66FF33"/>
                </a:solidFill>
                <a:effectLst/>
              </a:rPr>
              <a:t> „</a:t>
            </a:r>
            <a:r>
              <a:rPr lang="pl-PL" b="1" dirty="0" err="1">
                <a:solidFill>
                  <a:srgbClr val="66FF33"/>
                </a:solidFill>
                <a:effectLst/>
              </a:rPr>
              <a:t>zsp.local</a:t>
            </a:r>
            <a:r>
              <a:rPr lang="pl-PL" b="1" dirty="0">
                <a:solidFill>
                  <a:srgbClr val="66FF33"/>
                </a:solidFill>
                <a:effectLst/>
              </a:rPr>
              <a:t>" { </a:t>
            </a:r>
            <a:r>
              <a:rPr lang="pl-PL" b="1" dirty="0" err="1">
                <a:solidFill>
                  <a:srgbClr val="66FF33"/>
                </a:solidFill>
                <a:effectLst/>
              </a:rPr>
              <a:t>type</a:t>
            </a:r>
            <a:r>
              <a:rPr lang="pl-PL" b="1" dirty="0">
                <a:solidFill>
                  <a:srgbClr val="66FF33"/>
                </a:solidFill>
                <a:effectLst/>
              </a:rPr>
              <a:t> </a:t>
            </a:r>
          </a:p>
          <a:p>
            <a:pPr marL="0" indent="0">
              <a:buNone/>
            </a:pPr>
            <a:r>
              <a:rPr lang="pl-PL" b="1" dirty="0">
                <a:solidFill>
                  <a:srgbClr val="66FF33"/>
                </a:solidFill>
                <a:effectLst/>
              </a:rPr>
              <a:t>master; </a:t>
            </a:r>
            <a:endParaRPr lang="pl-PL" dirty="0">
              <a:solidFill>
                <a:srgbClr val="66FF33"/>
              </a:solidFill>
              <a:effectLst/>
            </a:endParaRPr>
          </a:p>
          <a:p>
            <a:pPr marL="0" indent="0">
              <a:buNone/>
            </a:pPr>
            <a:r>
              <a:rPr lang="pl-PL" b="1" dirty="0">
                <a:solidFill>
                  <a:srgbClr val="66FF33"/>
                </a:solidFill>
                <a:effectLst/>
              </a:rPr>
              <a:t>file ,,/</a:t>
            </a:r>
            <a:r>
              <a:rPr lang="pl-PL" b="1" dirty="0" err="1">
                <a:solidFill>
                  <a:srgbClr val="66FF33"/>
                </a:solidFill>
                <a:effectLst/>
              </a:rPr>
              <a:t>etc</a:t>
            </a:r>
            <a:r>
              <a:rPr lang="pl-PL" b="1" dirty="0">
                <a:solidFill>
                  <a:srgbClr val="66FF33"/>
                </a:solidFill>
                <a:effectLst/>
              </a:rPr>
              <a:t>/bind/</a:t>
            </a:r>
            <a:r>
              <a:rPr lang="pl-PL" b="1" dirty="0" err="1">
                <a:solidFill>
                  <a:srgbClr val="66FF33"/>
                </a:solidFill>
                <a:effectLst/>
              </a:rPr>
              <a:t>db</a:t>
            </a:r>
            <a:r>
              <a:rPr lang="pl-PL" b="1" dirty="0">
                <a:solidFill>
                  <a:srgbClr val="66FF33"/>
                </a:solidFill>
                <a:effectLst/>
              </a:rPr>
              <a:t> . </a:t>
            </a:r>
            <a:r>
              <a:rPr lang="pl-PL" b="1" dirty="0" err="1">
                <a:solidFill>
                  <a:srgbClr val="66FF33"/>
                </a:solidFill>
                <a:effectLst/>
              </a:rPr>
              <a:t>zsp</a:t>
            </a:r>
            <a:r>
              <a:rPr lang="pl-PL" b="1" dirty="0">
                <a:solidFill>
                  <a:srgbClr val="66FF33"/>
                </a:solidFill>
                <a:effectLst/>
              </a:rPr>
              <a:t>. </a:t>
            </a:r>
            <a:r>
              <a:rPr lang="pl-PL" b="1" dirty="0" err="1">
                <a:solidFill>
                  <a:srgbClr val="66FF33"/>
                </a:solidFill>
                <a:effectLst/>
              </a:rPr>
              <a:t>local</a:t>
            </a:r>
            <a:r>
              <a:rPr lang="pl-PL" b="1" dirty="0">
                <a:solidFill>
                  <a:srgbClr val="66FF33"/>
                </a:solidFill>
                <a:effectLst/>
              </a:rPr>
              <a:t>" ; </a:t>
            </a:r>
            <a:endParaRPr lang="pl-PL" dirty="0">
              <a:solidFill>
                <a:srgbClr val="66FF33"/>
              </a:solidFill>
              <a:effectLst/>
            </a:endParaRPr>
          </a:p>
          <a:p>
            <a:pPr marL="0" indent="0">
              <a:buNone/>
            </a:pPr>
            <a:r>
              <a:rPr lang="pl-PL" b="1" dirty="0">
                <a:solidFill>
                  <a:srgbClr val="66FF33"/>
                </a:solidFill>
                <a:effectLst/>
              </a:rPr>
              <a:t>}; </a:t>
            </a:r>
          </a:p>
          <a:p>
            <a:endParaRPr lang="pl-PL" dirty="0"/>
          </a:p>
        </p:txBody>
      </p:sp>
    </p:spTree>
    <p:extLst>
      <p:ext uri="{BB962C8B-B14F-4D97-AF65-F5344CB8AC3E}">
        <p14:creationId xmlns:p14="http://schemas.microsoft.com/office/powerpoint/2010/main" xmlns="" val="6763220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6D7413C9-0BF8-40C5-B998-26EAEE3F7A71}"/>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96CDB4D0-C01B-41AA-9933-DAF270DDDF28}"/>
              </a:ext>
            </a:extLst>
          </p:cNvPr>
          <p:cNvSpPr>
            <a:spLocks noGrp="1"/>
          </p:cNvSpPr>
          <p:nvPr>
            <p:ph idx="1"/>
          </p:nvPr>
        </p:nvSpPr>
        <p:spPr>
          <a:xfrm>
            <a:off x="685800" y="1"/>
            <a:ext cx="7772400" cy="6096000"/>
          </a:xfrm>
        </p:spPr>
        <p:txBody>
          <a:bodyPr/>
          <a:lstStyle/>
          <a:p>
            <a:r>
              <a:rPr lang="pl-PL" dirty="0">
                <a:effectLst/>
              </a:rPr>
              <a:t>Utworzyć plik konfiguracji strefy. W katalogu</a:t>
            </a:r>
            <a:r>
              <a:rPr lang="pl-PL" b="1" dirty="0">
                <a:effectLst/>
              </a:rPr>
              <a:t> /</a:t>
            </a:r>
            <a:r>
              <a:rPr lang="pl-PL" b="1" dirty="0" err="1">
                <a:effectLst/>
              </a:rPr>
              <a:t>etc</a:t>
            </a:r>
            <a:r>
              <a:rPr lang="pl-PL" b="1" dirty="0">
                <a:effectLst/>
              </a:rPr>
              <a:t>/bind</a:t>
            </a:r>
            <a:r>
              <a:rPr lang="pl-PL" dirty="0">
                <a:effectLst/>
              </a:rPr>
              <a:t> umieszczone są przykładowe pliki konfiguracji stref. Można skopiować plik, np.</a:t>
            </a:r>
            <a:r>
              <a:rPr lang="pl-PL" b="1" dirty="0">
                <a:effectLst/>
              </a:rPr>
              <a:t> </a:t>
            </a:r>
            <a:r>
              <a:rPr lang="pl-PL" b="1" dirty="0" err="1">
                <a:solidFill>
                  <a:srgbClr val="66FF33"/>
                </a:solidFill>
                <a:effectLst/>
              </a:rPr>
              <a:t>db</a:t>
            </a:r>
            <a:r>
              <a:rPr lang="pl-PL" b="1" dirty="0">
                <a:solidFill>
                  <a:srgbClr val="66FF33"/>
                </a:solidFill>
                <a:effectLst/>
              </a:rPr>
              <a:t>. </a:t>
            </a:r>
            <a:r>
              <a:rPr lang="pl-PL" b="1" dirty="0" err="1">
                <a:solidFill>
                  <a:srgbClr val="66FF33"/>
                </a:solidFill>
                <a:effectLst/>
              </a:rPr>
              <a:t>local</a:t>
            </a:r>
            <a:r>
              <a:rPr lang="pl-PL" b="1" dirty="0">
                <a:effectLst/>
              </a:rPr>
              <a:t>, </a:t>
            </a:r>
            <a:r>
              <a:rPr lang="pl-PL" dirty="0">
                <a:effectLst/>
              </a:rPr>
              <a:t>i poddać go modyfikacji. Na rys.  pokazano przykładowy plik konfiguracji strefy przeszukiwania „w przód". W pliku w obszarze SOA wprowadzono nazwę serwera DNS</a:t>
            </a:r>
            <a:r>
              <a:rPr lang="pl-PL" b="1" dirty="0">
                <a:effectLst/>
              </a:rPr>
              <a:t> </a:t>
            </a:r>
            <a:r>
              <a:rPr lang="pl-PL" b="1" dirty="0" err="1">
                <a:solidFill>
                  <a:srgbClr val="66FF33"/>
                </a:solidFill>
                <a:effectLst/>
              </a:rPr>
              <a:t>nsl</a:t>
            </a:r>
            <a:r>
              <a:rPr lang="pl-PL" b="1" dirty="0">
                <a:solidFill>
                  <a:srgbClr val="66FF33"/>
                </a:solidFill>
                <a:effectLst/>
              </a:rPr>
              <a:t>. </a:t>
            </a:r>
            <a:r>
              <a:rPr lang="pl-PL" b="1" dirty="0" err="1">
                <a:solidFill>
                  <a:srgbClr val="66FF33"/>
                </a:solidFill>
                <a:effectLst/>
              </a:rPr>
              <a:t>zsp</a:t>
            </a:r>
            <a:r>
              <a:rPr lang="pl-PL" b="1" dirty="0">
                <a:solidFill>
                  <a:srgbClr val="66FF33"/>
                </a:solidFill>
                <a:effectLst/>
              </a:rPr>
              <a:t>. </a:t>
            </a:r>
            <a:r>
              <a:rPr lang="pl-PL" b="1" dirty="0" err="1">
                <a:solidFill>
                  <a:srgbClr val="66FF33"/>
                </a:solidFill>
                <a:effectLst/>
              </a:rPr>
              <a:t>local</a:t>
            </a:r>
            <a:r>
              <a:rPr lang="pl-PL" dirty="0">
                <a:effectLst/>
              </a:rPr>
              <a:t>. i</a:t>
            </a:r>
            <a:r>
              <a:rPr lang="pl-PL" b="1" dirty="0">
                <a:effectLst/>
              </a:rPr>
              <a:t> </a:t>
            </a:r>
            <a:r>
              <a:rPr lang="pl-PL" b="1" dirty="0" err="1">
                <a:solidFill>
                  <a:srgbClr val="66FF33"/>
                </a:solidFill>
                <a:effectLst/>
              </a:rPr>
              <a:t>root</a:t>
            </a:r>
            <a:r>
              <a:rPr lang="pl-PL" b="1" dirty="0">
                <a:solidFill>
                  <a:srgbClr val="66FF33"/>
                </a:solidFill>
                <a:effectLst/>
              </a:rPr>
              <a:t>. </a:t>
            </a:r>
            <a:r>
              <a:rPr lang="pl-PL" b="1" dirty="0" err="1">
                <a:solidFill>
                  <a:srgbClr val="66FF33"/>
                </a:solidFill>
                <a:effectLst/>
              </a:rPr>
              <a:t>zsp</a:t>
            </a:r>
            <a:r>
              <a:rPr lang="pl-PL" b="1" dirty="0">
                <a:solidFill>
                  <a:srgbClr val="66FF33"/>
                </a:solidFill>
                <a:effectLst/>
              </a:rPr>
              <a:t> . </a:t>
            </a:r>
            <a:r>
              <a:rPr lang="pl-PL" b="1" dirty="0" err="1">
                <a:solidFill>
                  <a:srgbClr val="66FF33"/>
                </a:solidFill>
                <a:effectLst/>
              </a:rPr>
              <a:t>local</a:t>
            </a:r>
            <a:r>
              <a:rPr lang="pl-PL" dirty="0">
                <a:solidFill>
                  <a:srgbClr val="66FF33"/>
                </a:solidFill>
                <a:effectLst/>
              </a:rPr>
              <a:t>.</a:t>
            </a:r>
            <a:r>
              <a:rPr lang="pl-PL" dirty="0">
                <a:effectLst/>
              </a:rPr>
              <a:t> (Zwróć uwagę na kropkę na końcu nazwy). </a:t>
            </a:r>
            <a:endParaRPr lang="pl-PL" dirty="0"/>
          </a:p>
        </p:txBody>
      </p:sp>
    </p:spTree>
    <p:extLst>
      <p:ext uri="{BB962C8B-B14F-4D97-AF65-F5344CB8AC3E}">
        <p14:creationId xmlns:p14="http://schemas.microsoft.com/office/powerpoint/2010/main" xmlns="" val="41069102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A015C435-B5FB-4CCD-B72B-D66AD7DC2EC9}"/>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7E710AE4-3024-4CD0-9076-34E38BEE0B5D}"/>
              </a:ext>
            </a:extLst>
          </p:cNvPr>
          <p:cNvSpPr>
            <a:spLocks noGrp="1"/>
          </p:cNvSpPr>
          <p:nvPr>
            <p:ph idx="1"/>
          </p:nvPr>
        </p:nvSpPr>
        <p:spPr>
          <a:xfrm>
            <a:off x="685800" y="404665"/>
            <a:ext cx="7772400" cy="5691336"/>
          </a:xfrm>
        </p:spPr>
        <p:txBody>
          <a:bodyPr/>
          <a:lstStyle/>
          <a:p>
            <a:r>
              <a:rPr lang="pl-PL" dirty="0">
                <a:effectLst/>
              </a:rPr>
              <a:t>Pozostałe parametry można pozostawić bez zmian. Ponadto w pliku wprowadzono 4 rekordy typu A</a:t>
            </a:r>
            <a:r>
              <a:rPr lang="pl-PL" i="1" dirty="0">
                <a:effectLst/>
              </a:rPr>
              <a:t> (brama, </a:t>
            </a:r>
            <a:r>
              <a:rPr lang="pl-PL" i="1" dirty="0" err="1">
                <a:effectLst/>
              </a:rPr>
              <a:t>jas</a:t>
            </a:r>
            <a:r>
              <a:rPr lang="pl-PL" i="1" dirty="0">
                <a:effectLst/>
              </a:rPr>
              <a:t>, </a:t>
            </a:r>
            <a:r>
              <a:rPr lang="pl-PL" i="1" dirty="0" err="1">
                <a:effectLst/>
              </a:rPr>
              <a:t>franek</a:t>
            </a:r>
            <a:r>
              <a:rPr lang="pl-PL" i="1" dirty="0">
                <a:effectLst/>
              </a:rPr>
              <a:t>, </a:t>
            </a:r>
            <a:r>
              <a:rPr lang="pl-PL" i="1" dirty="0" err="1">
                <a:effectLst/>
              </a:rPr>
              <a:t>ania</a:t>
            </a:r>
            <a:r>
              <a:rPr lang="pl-PL" i="1" dirty="0">
                <a:effectLst/>
              </a:rPr>
              <a:t>)</a:t>
            </a:r>
            <a:r>
              <a:rPr lang="pl-PL" dirty="0">
                <a:effectLst/>
              </a:rPr>
              <a:t> wraz z odpowiadającymi im adresami IP. Po każdym wprowadzeniu zmian w pliku konfiguracyjnym strefy należy zwiększyć wartość numeru konfiguracji (Serial) - opcja ta pozwala na określenie, który z plików konfiguracji stref ma najbardziej aktualne dane. </a:t>
            </a:r>
          </a:p>
          <a:p>
            <a:endParaRPr lang="pl-PL" dirty="0"/>
          </a:p>
        </p:txBody>
      </p:sp>
    </p:spTree>
    <p:extLst>
      <p:ext uri="{BB962C8B-B14F-4D97-AF65-F5344CB8AC3E}">
        <p14:creationId xmlns:p14="http://schemas.microsoft.com/office/powerpoint/2010/main" xmlns="" val="20719880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D24EACE7-F92E-4D79-9EC2-E194CCC44E30}"/>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098342BC-9539-42DD-999B-17A69AD21520}"/>
              </a:ext>
            </a:extLst>
          </p:cNvPr>
          <p:cNvSpPr>
            <a:spLocks noGrp="1"/>
          </p:cNvSpPr>
          <p:nvPr>
            <p:ph idx="1"/>
          </p:nvPr>
        </p:nvSpPr>
        <p:spPr>
          <a:xfrm>
            <a:off x="685800" y="332657"/>
            <a:ext cx="7772400" cy="5763344"/>
          </a:xfrm>
        </p:spPr>
        <p:txBody>
          <a:bodyPr/>
          <a:lstStyle/>
          <a:p>
            <a:r>
              <a:rPr lang="pl-PL" dirty="0">
                <a:effectLst/>
              </a:rPr>
              <a:t>W pliku</a:t>
            </a:r>
            <a:r>
              <a:rPr lang="pl-PL" b="1" dirty="0">
                <a:effectLst/>
              </a:rPr>
              <a:t> </a:t>
            </a:r>
            <a:r>
              <a:rPr lang="pl-PL" b="1" dirty="0" err="1">
                <a:solidFill>
                  <a:srgbClr val="66FF33"/>
                </a:solidFill>
                <a:effectLst/>
              </a:rPr>
              <a:t>named.conf.local</a:t>
            </a:r>
            <a:r>
              <a:rPr lang="pl-PL" dirty="0">
                <a:solidFill>
                  <a:srgbClr val="66FF33"/>
                </a:solidFill>
                <a:effectLst/>
              </a:rPr>
              <a:t> </a:t>
            </a:r>
            <a:r>
              <a:rPr lang="pl-PL" dirty="0">
                <a:effectLst/>
              </a:rPr>
              <a:t>dodać strefę przeszukiwania „wstecz". W tym przykładzie dodano opis strefy </a:t>
            </a:r>
            <a:r>
              <a:rPr lang="pl-PL" dirty="0">
                <a:solidFill>
                  <a:srgbClr val="66FF33"/>
                </a:solidFill>
                <a:effectLst/>
              </a:rPr>
              <a:t>„0.168.192.in-addr.arpa". </a:t>
            </a:r>
            <a:r>
              <a:rPr lang="pl-PL" dirty="0">
                <a:effectLst/>
              </a:rPr>
              <a:t>W opisie strefy opcja „</a:t>
            </a:r>
            <a:r>
              <a:rPr lang="pl-PL" dirty="0" err="1">
                <a:effectLst/>
              </a:rPr>
              <a:t>notify</a:t>
            </a:r>
            <a:r>
              <a:rPr lang="pl-PL" dirty="0">
                <a:effectLst/>
              </a:rPr>
              <a:t> no" oznacza, że serwer nie będzie wysyłał powiadomień o zmianach w strefie do innych serwerów, pozostałe opcje mają takie samo znaczenie jak w strefie „w przód". </a:t>
            </a:r>
          </a:p>
          <a:p>
            <a:endParaRPr lang="pl-PL" dirty="0"/>
          </a:p>
        </p:txBody>
      </p:sp>
    </p:spTree>
    <p:extLst>
      <p:ext uri="{BB962C8B-B14F-4D97-AF65-F5344CB8AC3E}">
        <p14:creationId xmlns:p14="http://schemas.microsoft.com/office/powerpoint/2010/main" xmlns="" val="22844566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C9203DAD-FE98-4B7A-9FF4-A95F0BC5A291}"/>
              </a:ext>
            </a:extLst>
          </p:cNvPr>
          <p:cNvSpPr>
            <a:spLocks noGrp="1"/>
          </p:cNvSpPr>
          <p:nvPr>
            <p:ph type="title"/>
          </p:nvPr>
        </p:nvSpPr>
        <p:spPr/>
        <p:txBody>
          <a:bodyPr/>
          <a:lstStyle/>
          <a:p>
            <a:r>
              <a:rPr lang="pl-PL" dirty="0"/>
              <a:t>Strefa przeszukiwania do tyłu</a:t>
            </a:r>
          </a:p>
        </p:txBody>
      </p:sp>
      <p:sp>
        <p:nvSpPr>
          <p:cNvPr id="3" name="Symbol zastępczy zawartości 2">
            <a:extLst>
              <a:ext uri="{FF2B5EF4-FFF2-40B4-BE49-F238E27FC236}">
                <a16:creationId xmlns="" xmlns:a16="http://schemas.microsoft.com/office/drawing/2014/main" id="{727AFC55-A5E0-4113-BC6F-544058D84C60}"/>
              </a:ext>
            </a:extLst>
          </p:cNvPr>
          <p:cNvSpPr>
            <a:spLocks noGrp="1"/>
          </p:cNvSpPr>
          <p:nvPr>
            <p:ph idx="1"/>
          </p:nvPr>
        </p:nvSpPr>
        <p:spPr/>
        <p:txBody>
          <a:bodyPr/>
          <a:lstStyle/>
          <a:p>
            <a:pPr marL="0" indent="0">
              <a:buNone/>
            </a:pPr>
            <a:r>
              <a:rPr lang="pl-PL" b="1" dirty="0" err="1">
                <a:solidFill>
                  <a:srgbClr val="66FF33"/>
                </a:solidFill>
                <a:effectLst/>
              </a:rPr>
              <a:t>zone</a:t>
            </a:r>
            <a:r>
              <a:rPr lang="pl-PL" b="1" dirty="0">
                <a:solidFill>
                  <a:srgbClr val="66FF33"/>
                </a:solidFill>
                <a:effectLst/>
              </a:rPr>
              <a:t> „0.168.192.in-addr.arpa" { </a:t>
            </a:r>
            <a:endParaRPr lang="pl-PL" dirty="0">
              <a:solidFill>
                <a:srgbClr val="66FF33"/>
              </a:solidFill>
              <a:effectLst/>
            </a:endParaRPr>
          </a:p>
          <a:p>
            <a:pPr marL="0" indent="0">
              <a:buNone/>
            </a:pPr>
            <a:r>
              <a:rPr lang="pl-PL" b="1" dirty="0" err="1">
                <a:solidFill>
                  <a:srgbClr val="66FF33"/>
                </a:solidFill>
                <a:effectLst/>
              </a:rPr>
              <a:t>type</a:t>
            </a:r>
            <a:r>
              <a:rPr lang="pl-PL" b="1" dirty="0">
                <a:solidFill>
                  <a:srgbClr val="66FF33"/>
                </a:solidFill>
                <a:effectLst/>
              </a:rPr>
              <a:t> master; </a:t>
            </a:r>
            <a:endParaRPr lang="pl-PL" dirty="0">
              <a:solidFill>
                <a:srgbClr val="66FF33"/>
              </a:solidFill>
              <a:effectLst/>
            </a:endParaRPr>
          </a:p>
          <a:p>
            <a:pPr marL="0" indent="0">
              <a:buNone/>
            </a:pPr>
            <a:r>
              <a:rPr lang="pl-PL" b="1" dirty="0" err="1">
                <a:solidFill>
                  <a:srgbClr val="66FF33"/>
                </a:solidFill>
                <a:effectLst/>
              </a:rPr>
              <a:t>notify</a:t>
            </a:r>
            <a:r>
              <a:rPr lang="pl-PL" b="1" dirty="0">
                <a:solidFill>
                  <a:srgbClr val="66FF33"/>
                </a:solidFill>
                <a:effectLst/>
              </a:rPr>
              <a:t> no; </a:t>
            </a:r>
            <a:endParaRPr lang="pl-PL" dirty="0">
              <a:solidFill>
                <a:srgbClr val="66FF33"/>
              </a:solidFill>
              <a:effectLst/>
            </a:endParaRPr>
          </a:p>
          <a:p>
            <a:pPr marL="0" indent="0">
              <a:buNone/>
            </a:pPr>
            <a:r>
              <a:rPr lang="pl-PL" b="1" dirty="0">
                <a:solidFill>
                  <a:srgbClr val="66FF33"/>
                </a:solidFill>
                <a:effectLst/>
              </a:rPr>
              <a:t>file „/</a:t>
            </a:r>
            <a:r>
              <a:rPr lang="pl-PL" b="1" dirty="0" err="1">
                <a:solidFill>
                  <a:srgbClr val="66FF33"/>
                </a:solidFill>
                <a:effectLst/>
              </a:rPr>
              <a:t>etc</a:t>
            </a:r>
            <a:r>
              <a:rPr lang="pl-PL" b="1" dirty="0">
                <a:solidFill>
                  <a:srgbClr val="66FF33"/>
                </a:solidFill>
                <a:effectLst/>
              </a:rPr>
              <a:t>/bind/db.0.168.192"; </a:t>
            </a:r>
            <a:endParaRPr lang="pl-PL" dirty="0">
              <a:solidFill>
                <a:srgbClr val="66FF33"/>
              </a:solidFill>
              <a:effectLst/>
            </a:endParaRPr>
          </a:p>
          <a:p>
            <a:pPr marL="0" indent="0">
              <a:buNone/>
            </a:pPr>
            <a:r>
              <a:rPr lang="pl-PL" b="1" dirty="0">
                <a:solidFill>
                  <a:srgbClr val="66FF33"/>
                </a:solidFill>
                <a:effectLst/>
              </a:rPr>
              <a:t>}; </a:t>
            </a:r>
          </a:p>
          <a:p>
            <a:endParaRPr lang="pl-PL" dirty="0"/>
          </a:p>
        </p:txBody>
      </p:sp>
    </p:spTree>
    <p:extLst>
      <p:ext uri="{BB962C8B-B14F-4D97-AF65-F5344CB8AC3E}">
        <p14:creationId xmlns:p14="http://schemas.microsoft.com/office/powerpoint/2010/main" xmlns="" val="16317430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33EB3C44-B9D7-42A9-9ADD-AABAD9F7F9F6}"/>
              </a:ext>
            </a:extLst>
          </p:cNvPr>
          <p:cNvSpPr>
            <a:spLocks noGrp="1"/>
          </p:cNvSpPr>
          <p:nvPr>
            <p:ph type="title"/>
          </p:nvPr>
        </p:nvSpPr>
        <p:spPr/>
        <p:txBody>
          <a:bodyPr/>
          <a:lstStyle/>
          <a:p>
            <a:r>
              <a:rPr lang="pl-PL" dirty="0"/>
              <a:t>Strefa  do przodu</a:t>
            </a:r>
          </a:p>
        </p:txBody>
      </p:sp>
      <p:pic>
        <p:nvPicPr>
          <p:cNvPr id="6" name="Symbol zastępczy zawartości 5">
            <a:extLst>
              <a:ext uri="{FF2B5EF4-FFF2-40B4-BE49-F238E27FC236}">
                <a16:creationId xmlns="" xmlns:a16="http://schemas.microsoft.com/office/drawing/2014/main" id="{126F29ED-F3C9-4A89-8612-58787DD3520D}"/>
              </a:ext>
            </a:extLst>
          </p:cNvPr>
          <p:cNvPicPr>
            <a:picLocks noGrp="1" noChangeAspect="1"/>
          </p:cNvPicPr>
          <p:nvPr>
            <p:ph idx="1"/>
          </p:nvPr>
        </p:nvPicPr>
        <p:blipFill>
          <a:blip r:embed="rId2" cstate="print"/>
          <a:stretch>
            <a:fillRect/>
          </a:stretch>
        </p:blipFill>
        <p:spPr>
          <a:xfrm>
            <a:off x="179512" y="1268760"/>
            <a:ext cx="8856984" cy="5360639"/>
          </a:xfrm>
          <a:prstGeom prst="rect">
            <a:avLst/>
          </a:prstGeom>
        </p:spPr>
      </p:pic>
    </p:spTree>
    <p:extLst>
      <p:ext uri="{BB962C8B-B14F-4D97-AF65-F5344CB8AC3E}">
        <p14:creationId xmlns:p14="http://schemas.microsoft.com/office/powerpoint/2010/main" xmlns="" val="24726101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7CDFA2D9-0819-4544-AB86-9E242C3A356C}"/>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7601E030-9AC9-4595-B715-04DF5192350E}"/>
              </a:ext>
            </a:extLst>
          </p:cNvPr>
          <p:cNvSpPr>
            <a:spLocks noGrp="1"/>
          </p:cNvSpPr>
          <p:nvPr>
            <p:ph idx="1"/>
          </p:nvPr>
        </p:nvSpPr>
        <p:spPr>
          <a:xfrm>
            <a:off x="685800" y="404665"/>
            <a:ext cx="7772400" cy="5691336"/>
          </a:xfrm>
        </p:spPr>
        <p:txBody>
          <a:bodyPr/>
          <a:lstStyle/>
          <a:p>
            <a:r>
              <a:rPr lang="pl-PL" dirty="0">
                <a:effectLst/>
              </a:rPr>
              <a:t>Utworzyć plik konfiguracji strefy. Można skopiować przykładowy plik, np. </a:t>
            </a:r>
            <a:r>
              <a:rPr lang="pl-PL" b="1" dirty="0">
                <a:effectLst/>
              </a:rPr>
              <a:t>db.255,</a:t>
            </a:r>
            <a:r>
              <a:rPr lang="pl-PL" dirty="0">
                <a:effectLst/>
              </a:rPr>
              <a:t> i poddać go modyfikacji. Na rys.  pokazano przykładowy plik konfiguracji strefy przeszukiwania „wstecz". W pliku w obszarze SOA wprowadzono nazwę serwera DNS</a:t>
            </a:r>
            <a:r>
              <a:rPr lang="pl-PL" b="1" dirty="0">
                <a:effectLst/>
              </a:rPr>
              <a:t> </a:t>
            </a:r>
            <a:r>
              <a:rPr lang="pl-PL" b="1" dirty="0" err="1">
                <a:effectLst/>
              </a:rPr>
              <a:t>nsl</a:t>
            </a:r>
            <a:r>
              <a:rPr lang="pl-PL" b="1" dirty="0">
                <a:effectLst/>
              </a:rPr>
              <a:t>. </a:t>
            </a:r>
            <a:r>
              <a:rPr lang="pl-PL" b="1" dirty="0" err="1">
                <a:effectLst/>
              </a:rPr>
              <a:t>zsp</a:t>
            </a:r>
            <a:r>
              <a:rPr lang="pl-PL" b="1" dirty="0">
                <a:effectLst/>
              </a:rPr>
              <a:t> . </a:t>
            </a:r>
            <a:r>
              <a:rPr lang="pl-PL" b="1" dirty="0" err="1">
                <a:effectLst/>
              </a:rPr>
              <a:t>local</a:t>
            </a:r>
            <a:r>
              <a:rPr lang="pl-PL" dirty="0">
                <a:effectLst/>
              </a:rPr>
              <a:t>. i</a:t>
            </a:r>
            <a:r>
              <a:rPr lang="pl-PL" b="1" dirty="0">
                <a:effectLst/>
              </a:rPr>
              <a:t> </a:t>
            </a:r>
            <a:r>
              <a:rPr lang="pl-PL" b="1" dirty="0" err="1">
                <a:effectLst/>
              </a:rPr>
              <a:t>root</a:t>
            </a:r>
            <a:r>
              <a:rPr lang="pl-PL" b="1" dirty="0">
                <a:effectLst/>
              </a:rPr>
              <a:t>. </a:t>
            </a:r>
            <a:r>
              <a:rPr lang="pl-PL" b="1" dirty="0" err="1">
                <a:effectLst/>
              </a:rPr>
              <a:t>zsp</a:t>
            </a:r>
            <a:r>
              <a:rPr lang="pl-PL" b="1" dirty="0">
                <a:effectLst/>
              </a:rPr>
              <a:t> . </a:t>
            </a:r>
            <a:r>
              <a:rPr lang="pl-PL" b="1" dirty="0" err="1">
                <a:effectLst/>
              </a:rPr>
              <a:t>local</a:t>
            </a:r>
            <a:r>
              <a:rPr lang="pl-PL" dirty="0">
                <a:effectLst/>
              </a:rPr>
              <a:t>. (Zwróć uwagę na kropkę na końcu nazwy). Pozostałe parametry można pozostawić bez zmian. </a:t>
            </a:r>
            <a:endParaRPr lang="pl-PL" dirty="0"/>
          </a:p>
        </p:txBody>
      </p:sp>
    </p:spTree>
    <p:extLst>
      <p:ext uri="{BB962C8B-B14F-4D97-AF65-F5344CB8AC3E}">
        <p14:creationId xmlns:p14="http://schemas.microsoft.com/office/powerpoint/2010/main" xmlns="" val="4108317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C3F31F11-49D2-4CA9-B659-C869731C42F4}"/>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890931C5-2C7A-4DDE-B9B8-293FE839B04C}"/>
              </a:ext>
            </a:extLst>
          </p:cNvPr>
          <p:cNvSpPr>
            <a:spLocks noGrp="1"/>
          </p:cNvSpPr>
          <p:nvPr>
            <p:ph idx="1"/>
          </p:nvPr>
        </p:nvSpPr>
        <p:spPr/>
        <p:txBody>
          <a:bodyPr/>
          <a:lstStyle/>
          <a:p>
            <a:r>
              <a:rPr lang="pl-PL" dirty="0">
                <a:effectLst/>
              </a:rPr>
              <a:t>Ponadto w pliku wprowadzono 4 wskaźniki przeszukiwania wstecz dla rekordów</a:t>
            </a:r>
            <a:r>
              <a:rPr lang="pl-PL" i="1" dirty="0">
                <a:effectLst/>
              </a:rPr>
              <a:t> brama, </a:t>
            </a:r>
            <a:r>
              <a:rPr lang="pl-PL" i="1" dirty="0" err="1">
                <a:effectLst/>
              </a:rPr>
              <a:t>jas</a:t>
            </a:r>
            <a:r>
              <a:rPr lang="pl-PL" i="1" dirty="0">
                <a:effectLst/>
              </a:rPr>
              <a:t>, </a:t>
            </a:r>
            <a:r>
              <a:rPr lang="pl-PL" i="1" dirty="0" err="1">
                <a:effectLst/>
              </a:rPr>
              <a:t>franek</a:t>
            </a:r>
            <a:r>
              <a:rPr lang="pl-PL" i="1" dirty="0">
                <a:effectLst/>
              </a:rPr>
              <a:t>, </a:t>
            </a:r>
            <a:r>
              <a:rPr lang="pl-PL" i="1" dirty="0" err="1">
                <a:effectLst/>
              </a:rPr>
              <a:t>ania</a:t>
            </a:r>
            <a:r>
              <a:rPr lang="pl-PL" dirty="0">
                <a:effectLst/>
              </a:rPr>
              <a:t> wraz z odpowiadającymi im adresami IP. Po każdym wprowadzeniu zmian w pliku konfiguracyjnym strefy należy zwiększyć wartość numeru konfiguracji (Serial). </a:t>
            </a:r>
          </a:p>
          <a:p>
            <a:endParaRPr lang="pl-PL" dirty="0"/>
          </a:p>
        </p:txBody>
      </p:sp>
    </p:spTree>
    <p:extLst>
      <p:ext uri="{BB962C8B-B14F-4D97-AF65-F5344CB8AC3E}">
        <p14:creationId xmlns:p14="http://schemas.microsoft.com/office/powerpoint/2010/main" xmlns="" val="11337367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536348E9-4C15-4319-91AB-E911CB3BBAFC}"/>
              </a:ext>
            </a:extLst>
          </p:cNvPr>
          <p:cNvSpPr>
            <a:spLocks noGrp="1"/>
          </p:cNvSpPr>
          <p:nvPr>
            <p:ph type="title"/>
          </p:nvPr>
        </p:nvSpPr>
        <p:spPr/>
        <p:txBody>
          <a:bodyPr/>
          <a:lstStyle/>
          <a:p>
            <a:r>
              <a:rPr lang="pl-PL" dirty="0"/>
              <a:t>Strefa przeszukiwania wstecz</a:t>
            </a:r>
          </a:p>
        </p:txBody>
      </p:sp>
      <p:pic>
        <p:nvPicPr>
          <p:cNvPr id="4" name="Symbol zastępczy zawartości 3">
            <a:extLst>
              <a:ext uri="{FF2B5EF4-FFF2-40B4-BE49-F238E27FC236}">
                <a16:creationId xmlns="" xmlns:a16="http://schemas.microsoft.com/office/drawing/2014/main" id="{E7C99CAB-F747-48B7-B647-5B3DCF547DF6}"/>
              </a:ext>
            </a:extLst>
          </p:cNvPr>
          <p:cNvPicPr>
            <a:picLocks noGrp="1" noChangeAspect="1"/>
          </p:cNvPicPr>
          <p:nvPr>
            <p:ph idx="1"/>
          </p:nvPr>
        </p:nvPicPr>
        <p:blipFill>
          <a:blip r:embed="rId2" cstate="print"/>
          <a:stretch>
            <a:fillRect/>
          </a:stretch>
        </p:blipFill>
        <p:spPr>
          <a:xfrm>
            <a:off x="869814" y="1641475"/>
            <a:ext cx="7404372" cy="4454525"/>
          </a:xfrm>
          <a:prstGeom prst="rect">
            <a:avLst/>
          </a:prstGeom>
        </p:spPr>
      </p:pic>
    </p:spTree>
    <p:extLst>
      <p:ext uri="{BB962C8B-B14F-4D97-AF65-F5344CB8AC3E}">
        <p14:creationId xmlns:p14="http://schemas.microsoft.com/office/powerpoint/2010/main" xmlns="" val="4944727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99312237-D29E-426D-9E2B-80CA5C57996F}"/>
              </a:ext>
            </a:extLst>
          </p:cNvPr>
          <p:cNvSpPr>
            <a:spLocks noGrp="1"/>
          </p:cNvSpPr>
          <p:nvPr>
            <p:ph type="title"/>
          </p:nvPr>
        </p:nvSpPr>
        <p:spPr/>
        <p:txBody>
          <a:bodyPr/>
          <a:lstStyle/>
          <a:p>
            <a:r>
              <a:rPr lang="pl-PL" dirty="0"/>
              <a:t>Plik konfiguracji stref przeszukiwania</a:t>
            </a:r>
          </a:p>
        </p:txBody>
      </p:sp>
      <p:pic>
        <p:nvPicPr>
          <p:cNvPr id="4" name="Symbol zastępczy zawartości 3">
            <a:extLst>
              <a:ext uri="{FF2B5EF4-FFF2-40B4-BE49-F238E27FC236}">
                <a16:creationId xmlns="" xmlns:a16="http://schemas.microsoft.com/office/drawing/2014/main" id="{32AC34E8-27CA-4A82-B45A-7E79F542D5F7}"/>
              </a:ext>
            </a:extLst>
          </p:cNvPr>
          <p:cNvPicPr>
            <a:picLocks noGrp="1" noChangeAspect="1"/>
          </p:cNvPicPr>
          <p:nvPr>
            <p:ph idx="1"/>
          </p:nvPr>
        </p:nvPicPr>
        <p:blipFill>
          <a:blip r:embed="rId2" cstate="print"/>
          <a:stretch>
            <a:fillRect/>
          </a:stretch>
        </p:blipFill>
        <p:spPr>
          <a:xfrm>
            <a:off x="323528" y="1447801"/>
            <a:ext cx="8067276" cy="4933528"/>
          </a:xfrm>
          <a:prstGeom prst="rect">
            <a:avLst/>
          </a:prstGeom>
        </p:spPr>
      </p:pic>
    </p:spTree>
    <p:extLst>
      <p:ext uri="{BB962C8B-B14F-4D97-AF65-F5344CB8AC3E}">
        <p14:creationId xmlns:p14="http://schemas.microsoft.com/office/powerpoint/2010/main" xmlns="" val="28987591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451839B7-1454-4E0D-AA9D-6F039EC1AB74}"/>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87FD3933-ED76-46D4-AF84-887DAF251E55}"/>
              </a:ext>
            </a:extLst>
          </p:cNvPr>
          <p:cNvSpPr>
            <a:spLocks noGrp="1"/>
          </p:cNvSpPr>
          <p:nvPr>
            <p:ph idx="1"/>
          </p:nvPr>
        </p:nvSpPr>
        <p:spPr/>
        <p:txBody>
          <a:bodyPr/>
          <a:lstStyle/>
          <a:p>
            <a:r>
              <a:rPr lang="pl-PL" dirty="0">
                <a:effectLst/>
              </a:rPr>
              <a:t>Uruchomić ponownie demona BIND poleceniem </a:t>
            </a:r>
            <a:r>
              <a:rPr lang="pl-PL" b="1" dirty="0" err="1">
                <a:solidFill>
                  <a:srgbClr val="66FF33"/>
                </a:solidFill>
                <a:effectLst/>
              </a:rPr>
              <a:t>sudo</a:t>
            </a:r>
            <a:r>
              <a:rPr lang="pl-PL" b="1" dirty="0">
                <a:solidFill>
                  <a:srgbClr val="66FF33"/>
                </a:solidFill>
                <a:effectLst/>
              </a:rPr>
              <a:t> /</a:t>
            </a:r>
            <a:r>
              <a:rPr lang="pl-PL" b="1" dirty="0" err="1">
                <a:solidFill>
                  <a:srgbClr val="66FF33"/>
                </a:solidFill>
                <a:effectLst/>
              </a:rPr>
              <a:t>etc</a:t>
            </a:r>
            <a:r>
              <a:rPr lang="pl-PL" b="1" dirty="0">
                <a:solidFill>
                  <a:srgbClr val="66FF33"/>
                </a:solidFill>
                <a:effectLst/>
              </a:rPr>
              <a:t>/</a:t>
            </a:r>
            <a:r>
              <a:rPr lang="pl-PL" b="1" dirty="0" err="1">
                <a:solidFill>
                  <a:srgbClr val="66FF33"/>
                </a:solidFill>
                <a:effectLst/>
              </a:rPr>
              <a:t>init.d</a:t>
            </a:r>
            <a:r>
              <a:rPr lang="pl-PL" b="1" dirty="0">
                <a:solidFill>
                  <a:srgbClr val="66FF33"/>
                </a:solidFill>
                <a:effectLst/>
              </a:rPr>
              <a:t>/bind9 restart. </a:t>
            </a:r>
            <a:endParaRPr lang="pl-PL" dirty="0">
              <a:solidFill>
                <a:srgbClr val="66FF33"/>
              </a:solidFill>
              <a:effectLst/>
            </a:endParaRPr>
          </a:p>
          <a:p>
            <a:r>
              <a:rPr lang="pl-PL" dirty="0">
                <a:effectLst/>
              </a:rPr>
              <a:t>Przetestować działanie serwera. Do testowania serwera DNS w środowisku Linux można użyć polecenia</a:t>
            </a:r>
            <a:r>
              <a:rPr lang="pl-PL" b="1" dirty="0">
                <a:effectLst/>
              </a:rPr>
              <a:t> </a:t>
            </a:r>
            <a:r>
              <a:rPr lang="pl-PL" b="1" dirty="0" err="1">
                <a:effectLst/>
              </a:rPr>
              <a:t>nslookup</a:t>
            </a:r>
            <a:r>
              <a:rPr lang="pl-PL" b="1" dirty="0">
                <a:effectLst/>
              </a:rPr>
              <a:t>,</a:t>
            </a:r>
            <a:r>
              <a:rPr lang="pl-PL" dirty="0">
                <a:effectLst/>
              </a:rPr>
              <a:t> np. aby sprawdzić adres IP komputera </a:t>
            </a:r>
            <a:r>
              <a:rPr lang="pl-PL" b="1" dirty="0" err="1">
                <a:effectLst/>
              </a:rPr>
              <a:t>franek</a:t>
            </a:r>
            <a:r>
              <a:rPr lang="pl-PL" b="1" dirty="0">
                <a:effectLst/>
              </a:rPr>
              <a:t> .</a:t>
            </a:r>
            <a:r>
              <a:rPr lang="pl-PL" b="1" dirty="0" err="1">
                <a:effectLst/>
              </a:rPr>
              <a:t>zsp</a:t>
            </a:r>
            <a:r>
              <a:rPr lang="pl-PL" b="1" dirty="0">
                <a:effectLst/>
              </a:rPr>
              <a:t>. </a:t>
            </a:r>
            <a:r>
              <a:rPr lang="pl-PL" b="1" dirty="0" err="1">
                <a:effectLst/>
              </a:rPr>
              <a:t>local</a:t>
            </a:r>
            <a:r>
              <a:rPr lang="pl-PL" b="1" dirty="0">
                <a:effectLst/>
              </a:rPr>
              <a:t>,</a:t>
            </a:r>
            <a:r>
              <a:rPr lang="pl-PL" dirty="0">
                <a:effectLst/>
              </a:rPr>
              <a:t> należy wydać polecenie </a:t>
            </a:r>
          </a:p>
          <a:p>
            <a:r>
              <a:rPr lang="pl-PL" b="1" dirty="0" err="1">
                <a:solidFill>
                  <a:srgbClr val="66FF33"/>
                </a:solidFill>
                <a:effectLst/>
              </a:rPr>
              <a:t>nslookup</a:t>
            </a:r>
            <a:r>
              <a:rPr lang="pl-PL" b="1" dirty="0">
                <a:solidFill>
                  <a:srgbClr val="66FF33"/>
                </a:solidFill>
                <a:effectLst/>
              </a:rPr>
              <a:t> </a:t>
            </a:r>
            <a:r>
              <a:rPr lang="pl-PL" b="1" dirty="0" err="1">
                <a:solidFill>
                  <a:srgbClr val="66FF33"/>
                </a:solidFill>
                <a:effectLst/>
              </a:rPr>
              <a:t>franek.zsp.local</a:t>
            </a:r>
            <a:endParaRPr lang="pl-PL" dirty="0">
              <a:solidFill>
                <a:srgbClr val="66FF33"/>
              </a:solidFill>
            </a:endParaRPr>
          </a:p>
        </p:txBody>
      </p:sp>
    </p:spTree>
    <p:extLst>
      <p:ext uri="{BB962C8B-B14F-4D97-AF65-F5344CB8AC3E}">
        <p14:creationId xmlns:p14="http://schemas.microsoft.com/office/powerpoint/2010/main" xmlns="" val="15728556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46CFD360-3E6A-4C00-8C79-4B98F3E6668F}"/>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2C9AD72B-9864-4074-99C6-CE6B2AA0B1A3}"/>
              </a:ext>
            </a:extLst>
          </p:cNvPr>
          <p:cNvSpPr>
            <a:spLocks noGrp="1"/>
          </p:cNvSpPr>
          <p:nvPr>
            <p:ph idx="1"/>
          </p:nvPr>
        </p:nvSpPr>
        <p:spPr/>
        <p:txBody>
          <a:bodyPr/>
          <a:lstStyle/>
          <a:p>
            <a:r>
              <a:rPr lang="pl-PL" dirty="0">
                <a:effectLst/>
              </a:rPr>
              <a:t>Narzędzie może być wykorzystane do testowania strefy „w przód" — jako argument polecenia podaje się nazwę, a serwer DNS zwraca adres IP, lub do testowania strefy „wstecz" -podaje się adres IP, a otrzymuje nazwę. </a:t>
            </a:r>
            <a:endParaRPr lang="pl-PL" dirty="0"/>
          </a:p>
        </p:txBody>
      </p:sp>
    </p:spTree>
    <p:extLst>
      <p:ext uri="{BB962C8B-B14F-4D97-AF65-F5344CB8AC3E}">
        <p14:creationId xmlns:p14="http://schemas.microsoft.com/office/powerpoint/2010/main" xmlns="" val="35475550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65AA6697-8B7B-4ECB-9E75-B2900F3F8198}"/>
              </a:ext>
            </a:extLst>
          </p:cNvPr>
          <p:cNvSpPr>
            <a:spLocks noGrp="1"/>
          </p:cNvSpPr>
          <p:nvPr>
            <p:ph type="title"/>
          </p:nvPr>
        </p:nvSpPr>
        <p:spPr/>
        <p:txBody>
          <a:bodyPr/>
          <a:lstStyle/>
          <a:p>
            <a:r>
              <a:rPr lang="pl-PL" dirty="0"/>
              <a:t>Przykład działania </a:t>
            </a:r>
            <a:r>
              <a:rPr lang="pl-PL" dirty="0" err="1"/>
              <a:t>nslookup</a:t>
            </a:r>
            <a:endParaRPr lang="pl-PL" dirty="0"/>
          </a:p>
        </p:txBody>
      </p:sp>
      <p:pic>
        <p:nvPicPr>
          <p:cNvPr id="4" name="Symbol zastępczy zawartości 3">
            <a:extLst>
              <a:ext uri="{FF2B5EF4-FFF2-40B4-BE49-F238E27FC236}">
                <a16:creationId xmlns="" xmlns:a16="http://schemas.microsoft.com/office/drawing/2014/main" id="{FBAF5520-D9F8-4D6C-B522-1ECF34BBF56D}"/>
              </a:ext>
            </a:extLst>
          </p:cNvPr>
          <p:cNvPicPr>
            <a:picLocks noGrp="1" noChangeAspect="1"/>
          </p:cNvPicPr>
          <p:nvPr>
            <p:ph idx="1"/>
          </p:nvPr>
        </p:nvPicPr>
        <p:blipFill>
          <a:blip r:embed="rId2" cstate="print"/>
          <a:stretch>
            <a:fillRect/>
          </a:stretch>
        </p:blipFill>
        <p:spPr>
          <a:xfrm>
            <a:off x="685800" y="1931912"/>
            <a:ext cx="7772400" cy="3873650"/>
          </a:xfrm>
          <a:prstGeom prst="rect">
            <a:avLst/>
          </a:prstGeom>
        </p:spPr>
      </p:pic>
    </p:spTree>
    <p:extLst>
      <p:ext uri="{BB962C8B-B14F-4D97-AF65-F5344CB8AC3E}">
        <p14:creationId xmlns:p14="http://schemas.microsoft.com/office/powerpoint/2010/main" xmlns="" val="9525230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EFC96924-336B-44AE-9923-B72E074FBAAC}"/>
              </a:ext>
            </a:extLst>
          </p:cNvPr>
          <p:cNvSpPr>
            <a:spLocks noGrp="1"/>
          </p:cNvSpPr>
          <p:nvPr>
            <p:ph type="title"/>
          </p:nvPr>
        </p:nvSpPr>
        <p:spPr/>
        <p:txBody>
          <a:bodyPr/>
          <a:lstStyle/>
          <a:p>
            <a:r>
              <a:rPr lang="pl-PL" dirty="0"/>
              <a:t>Konfigurowanie zapasowego serwera nazw</a:t>
            </a:r>
          </a:p>
        </p:txBody>
      </p:sp>
      <p:sp>
        <p:nvSpPr>
          <p:cNvPr id="3" name="Symbol zastępczy zawartości 2">
            <a:extLst>
              <a:ext uri="{FF2B5EF4-FFF2-40B4-BE49-F238E27FC236}">
                <a16:creationId xmlns="" xmlns:a16="http://schemas.microsoft.com/office/drawing/2014/main" id="{EAA06733-E315-4F95-956C-3AE073140FD4}"/>
              </a:ext>
            </a:extLst>
          </p:cNvPr>
          <p:cNvSpPr>
            <a:spLocks noGrp="1"/>
          </p:cNvSpPr>
          <p:nvPr>
            <p:ph idx="1"/>
          </p:nvPr>
        </p:nvSpPr>
        <p:spPr/>
        <p:txBody>
          <a:bodyPr/>
          <a:lstStyle/>
          <a:p>
            <a:r>
              <a:rPr lang="pl-PL" dirty="0">
                <a:effectLst/>
              </a:rPr>
              <a:t>W tym przykładzie zostanie skonfigurowany zapasowy serwer DNS dla domeny </a:t>
            </a:r>
            <a:r>
              <a:rPr lang="pl-PL" dirty="0" err="1">
                <a:effectLst/>
              </a:rPr>
              <a:t>zsp.local</a:t>
            </a:r>
            <a:r>
              <a:rPr lang="pl-PL" dirty="0">
                <a:effectLst/>
              </a:rPr>
              <a:t>. Aby skonfigurować zapasowy serwer nazw, należy: </a:t>
            </a:r>
          </a:p>
          <a:p>
            <a:r>
              <a:rPr lang="pl-PL" dirty="0">
                <a:effectLst/>
              </a:rPr>
              <a:t>Skonfigurować serwer podstawowy tak, aby zezwalał na transfer stref. W pliku </a:t>
            </a:r>
            <a:r>
              <a:rPr lang="pl-PL" b="1" dirty="0" err="1">
                <a:effectLst/>
              </a:rPr>
              <a:t>named</a:t>
            </a:r>
            <a:r>
              <a:rPr lang="pl-PL" b="1" dirty="0">
                <a:effectLst/>
              </a:rPr>
              <a:t>. </a:t>
            </a:r>
            <a:r>
              <a:rPr lang="pl-PL" b="1" dirty="0" err="1">
                <a:effectLst/>
              </a:rPr>
              <a:t>conf</a:t>
            </a:r>
            <a:r>
              <a:rPr lang="pl-PL" b="1" dirty="0">
                <a:effectLst/>
              </a:rPr>
              <a:t> . </a:t>
            </a:r>
            <a:r>
              <a:rPr lang="pl-PL" b="1" dirty="0" err="1">
                <a:effectLst/>
              </a:rPr>
              <a:t>local</a:t>
            </a:r>
            <a:r>
              <a:rPr lang="pl-PL" dirty="0">
                <a:effectLst/>
              </a:rPr>
              <a:t> w konfiguracji stref dodać wpis </a:t>
            </a:r>
            <a:r>
              <a:rPr lang="pl-PL" dirty="0" err="1">
                <a:effectLst/>
              </a:rPr>
              <a:t>allow</a:t>
            </a:r>
            <a:r>
              <a:rPr lang="pl-PL" dirty="0">
                <a:effectLst/>
              </a:rPr>
              <a:t>-transfer . Opcja ta określa adresy IP serwerów, do których będą wysyłane dane stref. </a:t>
            </a:r>
          </a:p>
          <a:p>
            <a:endParaRPr lang="pl-PL" dirty="0"/>
          </a:p>
        </p:txBody>
      </p:sp>
    </p:spTree>
    <p:extLst>
      <p:ext uri="{BB962C8B-B14F-4D97-AF65-F5344CB8AC3E}">
        <p14:creationId xmlns:p14="http://schemas.microsoft.com/office/powerpoint/2010/main" xmlns="" val="24164689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9794B794-E560-4DBE-A439-10FB8354AA5B}"/>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57BD82A2-1E6C-46D1-A41E-1FDA466E4C22}"/>
              </a:ext>
            </a:extLst>
          </p:cNvPr>
          <p:cNvSpPr>
            <a:spLocks noGrp="1"/>
          </p:cNvSpPr>
          <p:nvPr>
            <p:ph idx="1"/>
          </p:nvPr>
        </p:nvSpPr>
        <p:spPr>
          <a:xfrm>
            <a:off x="685800" y="228601"/>
            <a:ext cx="7772400" cy="5867400"/>
          </a:xfrm>
        </p:spPr>
        <p:txBody>
          <a:bodyPr/>
          <a:lstStyle/>
          <a:p>
            <a:r>
              <a:rPr lang="pl-PL" dirty="0">
                <a:effectLst/>
              </a:rPr>
              <a:t>Skonfigurować serwer zapasowy tak, aby zezwalał na odbieranie transferu stref z serwera podstawowego. W pliku</a:t>
            </a:r>
            <a:r>
              <a:rPr lang="pl-PL" b="1" dirty="0">
                <a:effectLst/>
              </a:rPr>
              <a:t> </a:t>
            </a:r>
            <a:r>
              <a:rPr lang="pl-PL" b="1" dirty="0" err="1">
                <a:solidFill>
                  <a:srgbClr val="66FF33"/>
                </a:solidFill>
                <a:effectLst/>
              </a:rPr>
              <a:t>named</a:t>
            </a:r>
            <a:r>
              <a:rPr lang="pl-PL" b="1" dirty="0">
                <a:solidFill>
                  <a:srgbClr val="66FF33"/>
                </a:solidFill>
                <a:effectLst/>
              </a:rPr>
              <a:t>. </a:t>
            </a:r>
            <a:r>
              <a:rPr lang="pl-PL" b="1" dirty="0" err="1">
                <a:solidFill>
                  <a:srgbClr val="66FF33"/>
                </a:solidFill>
                <a:effectLst/>
              </a:rPr>
              <a:t>conf</a:t>
            </a:r>
            <a:r>
              <a:rPr lang="pl-PL" b="1" dirty="0">
                <a:solidFill>
                  <a:srgbClr val="66FF33"/>
                </a:solidFill>
                <a:effectLst/>
              </a:rPr>
              <a:t>. </a:t>
            </a:r>
            <a:r>
              <a:rPr lang="pl-PL" b="1" dirty="0" err="1">
                <a:solidFill>
                  <a:srgbClr val="66FF33"/>
                </a:solidFill>
                <a:effectLst/>
              </a:rPr>
              <a:t>local</a:t>
            </a:r>
            <a:r>
              <a:rPr lang="pl-PL" dirty="0">
                <a:solidFill>
                  <a:srgbClr val="66FF33"/>
                </a:solidFill>
                <a:effectLst/>
              </a:rPr>
              <a:t> </a:t>
            </a:r>
            <a:r>
              <a:rPr lang="pl-PL" dirty="0">
                <a:effectLst/>
              </a:rPr>
              <a:t>w konfiguracji stref dodać wpis „</a:t>
            </a:r>
            <a:r>
              <a:rPr lang="pl-PL" dirty="0" err="1">
                <a:effectLst/>
              </a:rPr>
              <a:t>masters</a:t>
            </a:r>
            <a:r>
              <a:rPr lang="pl-PL" dirty="0">
                <a:effectLst/>
              </a:rPr>
              <a:t>" . Opcja ta określa adresy IP serwerów, z których będą wysyłane dane stref. Ze względu na bezpieczeństwo systemu pliki zawierające kopie bazy danych stref umieszczane są w katalogu</a:t>
            </a:r>
            <a:r>
              <a:rPr lang="pl-PL" b="1" dirty="0">
                <a:effectLst/>
              </a:rPr>
              <a:t> </a:t>
            </a:r>
            <a:r>
              <a:rPr lang="pl-PL" b="1" dirty="0">
                <a:solidFill>
                  <a:srgbClr val="66FF33"/>
                </a:solidFill>
                <a:effectLst/>
              </a:rPr>
              <a:t>/</a:t>
            </a:r>
            <a:r>
              <a:rPr lang="pl-PL" b="1" dirty="0" err="1">
                <a:solidFill>
                  <a:srgbClr val="66FF33"/>
                </a:solidFill>
                <a:effectLst/>
              </a:rPr>
              <a:t>var</a:t>
            </a:r>
            <a:r>
              <a:rPr lang="pl-PL" b="1" dirty="0">
                <a:solidFill>
                  <a:srgbClr val="66FF33"/>
                </a:solidFill>
                <a:effectLst/>
              </a:rPr>
              <a:t>/cache/ bind</a:t>
            </a:r>
            <a:r>
              <a:rPr lang="pl-PL" b="1" dirty="0">
                <a:effectLst/>
              </a:rPr>
              <a:t>. </a:t>
            </a:r>
            <a:endParaRPr lang="pl-PL" dirty="0">
              <a:effectLst/>
            </a:endParaRPr>
          </a:p>
          <a:p>
            <a:endParaRPr lang="pl-PL" dirty="0"/>
          </a:p>
        </p:txBody>
      </p:sp>
    </p:spTree>
    <p:extLst>
      <p:ext uri="{BB962C8B-B14F-4D97-AF65-F5344CB8AC3E}">
        <p14:creationId xmlns:p14="http://schemas.microsoft.com/office/powerpoint/2010/main" xmlns="" val="210014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3AD93014-D4D0-4DCC-BF2D-A247D0172C2E}"/>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1982BDEA-C986-4B10-97FE-2942037E17BD}"/>
              </a:ext>
            </a:extLst>
          </p:cNvPr>
          <p:cNvSpPr>
            <a:spLocks noGrp="1"/>
          </p:cNvSpPr>
          <p:nvPr>
            <p:ph idx="1"/>
          </p:nvPr>
        </p:nvSpPr>
        <p:spPr>
          <a:xfrm>
            <a:off x="899592" y="1556792"/>
            <a:ext cx="7772400" cy="4454525"/>
          </a:xfrm>
        </p:spPr>
        <p:txBody>
          <a:bodyPr/>
          <a:lstStyle/>
          <a:p>
            <a:pPr lvl="0"/>
            <a:r>
              <a:rPr lang="pl-PL" dirty="0">
                <a:effectLst/>
              </a:rPr>
              <a:t>Na obu serwerach uruchomić ponownie demona BIND poleceniem </a:t>
            </a:r>
          </a:p>
          <a:p>
            <a:pPr marL="0" lvl="0" indent="0">
              <a:buNone/>
            </a:pPr>
            <a:r>
              <a:rPr lang="pl-PL" b="1" dirty="0" err="1">
                <a:solidFill>
                  <a:srgbClr val="66FF33"/>
                </a:solidFill>
                <a:effectLst/>
              </a:rPr>
              <a:t>sudo</a:t>
            </a:r>
            <a:r>
              <a:rPr lang="pl-PL" b="1" dirty="0">
                <a:solidFill>
                  <a:srgbClr val="66FF33"/>
                </a:solidFill>
                <a:effectLst/>
              </a:rPr>
              <a:t> /</a:t>
            </a:r>
            <a:r>
              <a:rPr lang="pl-PL" b="1" dirty="0" err="1">
                <a:solidFill>
                  <a:srgbClr val="66FF33"/>
                </a:solidFill>
                <a:effectLst/>
              </a:rPr>
              <a:t>etc</a:t>
            </a:r>
            <a:r>
              <a:rPr lang="pl-PL" b="1" dirty="0">
                <a:solidFill>
                  <a:srgbClr val="66FF33"/>
                </a:solidFill>
                <a:effectLst/>
              </a:rPr>
              <a:t>/</a:t>
            </a:r>
            <a:r>
              <a:rPr lang="pl-PL" b="1" dirty="0" err="1">
                <a:solidFill>
                  <a:srgbClr val="66FF33"/>
                </a:solidFill>
                <a:effectLst/>
              </a:rPr>
              <a:t>init.d</a:t>
            </a:r>
            <a:r>
              <a:rPr lang="pl-PL" b="1" dirty="0">
                <a:solidFill>
                  <a:srgbClr val="66FF33"/>
                </a:solidFill>
                <a:effectLst/>
              </a:rPr>
              <a:t>/bind9 restart</a:t>
            </a:r>
            <a:r>
              <a:rPr lang="pl-PL" b="1" dirty="0">
                <a:effectLst/>
              </a:rPr>
              <a:t>. </a:t>
            </a:r>
            <a:endParaRPr lang="pl-PL" dirty="0">
              <a:effectLst/>
            </a:endParaRPr>
          </a:p>
          <a:p>
            <a:pPr lvl="0"/>
            <a:r>
              <a:rPr lang="pl-PL" dirty="0">
                <a:effectLst/>
              </a:rPr>
              <a:t>Sprawdzić w katalogu</a:t>
            </a:r>
            <a:r>
              <a:rPr lang="pl-PL" b="1" dirty="0">
                <a:effectLst/>
              </a:rPr>
              <a:t> </a:t>
            </a:r>
            <a:r>
              <a:rPr lang="pl-PL" b="1" dirty="0">
                <a:solidFill>
                  <a:srgbClr val="66FF33"/>
                </a:solidFill>
                <a:effectLst/>
              </a:rPr>
              <a:t>/</a:t>
            </a:r>
            <a:r>
              <a:rPr lang="pl-PL" b="1" dirty="0" err="1">
                <a:solidFill>
                  <a:srgbClr val="66FF33"/>
                </a:solidFill>
                <a:effectLst/>
              </a:rPr>
              <a:t>var</a:t>
            </a:r>
            <a:r>
              <a:rPr lang="pl-PL" b="1" dirty="0">
                <a:solidFill>
                  <a:srgbClr val="66FF33"/>
                </a:solidFill>
                <a:effectLst/>
              </a:rPr>
              <a:t>/cache/bind</a:t>
            </a:r>
            <a:r>
              <a:rPr lang="pl-PL" b="1" dirty="0">
                <a:effectLst/>
              </a:rPr>
              <a:t>,</a:t>
            </a:r>
            <a:r>
              <a:rPr lang="pl-PL" dirty="0">
                <a:effectLst/>
              </a:rPr>
              <a:t> czy zostały utworzone pliki stref i czy zawierają opisy stref. </a:t>
            </a:r>
          </a:p>
          <a:p>
            <a:endParaRPr lang="pl-PL" dirty="0"/>
          </a:p>
        </p:txBody>
      </p:sp>
    </p:spTree>
    <p:extLst>
      <p:ext uri="{BB962C8B-B14F-4D97-AF65-F5344CB8AC3E}">
        <p14:creationId xmlns:p14="http://schemas.microsoft.com/office/powerpoint/2010/main" xmlns="" val="274262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B966B183-860E-4276-817C-C501068D98AA}"/>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C6997BF0-BA40-4900-A218-E6F4BC4E6F7A}"/>
              </a:ext>
            </a:extLst>
          </p:cNvPr>
          <p:cNvSpPr>
            <a:spLocks noGrp="1"/>
          </p:cNvSpPr>
          <p:nvPr>
            <p:ph idx="1"/>
          </p:nvPr>
        </p:nvSpPr>
        <p:spPr>
          <a:xfrm>
            <a:off x="685800" y="1"/>
            <a:ext cx="7772400" cy="6096000"/>
          </a:xfrm>
        </p:spPr>
        <p:txBody>
          <a:bodyPr/>
          <a:lstStyle/>
          <a:p>
            <a:r>
              <a:rPr lang="pl-PL" dirty="0">
                <a:effectLst/>
              </a:rPr>
              <a:t>W systemie Windows w oknie konfiguracji protokołu TCP/IP ustawić adres preferowanego i alternatywnego serwera DNS, wpisać adres IP komputerów, pełniących rolę serwerów DNS (rys. 34.9). </a:t>
            </a:r>
          </a:p>
          <a:p>
            <a:r>
              <a:rPr lang="pl-PL" dirty="0">
                <a:effectLst/>
              </a:rPr>
              <a:t>6. Przetestować działanie serwera. Program</a:t>
            </a:r>
            <a:r>
              <a:rPr lang="pl-PL" b="1" dirty="0">
                <a:effectLst/>
              </a:rPr>
              <a:t> </a:t>
            </a:r>
            <a:r>
              <a:rPr lang="pl-PL" b="1" dirty="0" err="1">
                <a:effectLst/>
              </a:rPr>
              <a:t>nslookup</a:t>
            </a:r>
            <a:r>
              <a:rPr lang="pl-PL" dirty="0">
                <a:effectLst/>
              </a:rPr>
              <a:t> może pracować w trybie interaktywnym . W pierwszym poleceniu uruchomiono tryb interaktywny programu. W wierszu drugim za pomocą polecenia „</a:t>
            </a:r>
            <a:r>
              <a:rPr lang="pl-PL" dirty="0" err="1">
                <a:effectLst/>
              </a:rPr>
              <a:t>server</a:t>
            </a:r>
            <a:r>
              <a:rPr lang="pl-PL" dirty="0">
                <a:effectLst/>
              </a:rPr>
              <a:t>" wybrano preferowany serwer (do tego serwera będą wysyłane zapytania). </a:t>
            </a:r>
            <a:endParaRPr lang="pl-PL" dirty="0"/>
          </a:p>
        </p:txBody>
      </p:sp>
    </p:spTree>
    <p:extLst>
      <p:ext uri="{BB962C8B-B14F-4D97-AF65-F5344CB8AC3E}">
        <p14:creationId xmlns:p14="http://schemas.microsoft.com/office/powerpoint/2010/main" xmlns="" val="3141902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04960E41-9876-480E-86A1-EB610B9A8522}"/>
              </a:ext>
            </a:extLst>
          </p:cNvPr>
          <p:cNvSpPr>
            <a:spLocks noGrp="1"/>
          </p:cNvSpPr>
          <p:nvPr>
            <p:ph type="title"/>
          </p:nvPr>
        </p:nvSpPr>
        <p:spPr/>
        <p:txBody>
          <a:bodyPr/>
          <a:lstStyle/>
          <a:p>
            <a:endParaRPr lang="pl-PL"/>
          </a:p>
        </p:txBody>
      </p:sp>
      <p:sp>
        <p:nvSpPr>
          <p:cNvPr id="3" name="Symbol zastępczy zawartości 2">
            <a:extLst>
              <a:ext uri="{FF2B5EF4-FFF2-40B4-BE49-F238E27FC236}">
                <a16:creationId xmlns="" xmlns:a16="http://schemas.microsoft.com/office/drawing/2014/main" id="{D1C6635C-53E0-48A9-A9DF-072D67978BA0}"/>
              </a:ext>
            </a:extLst>
          </p:cNvPr>
          <p:cNvSpPr>
            <a:spLocks noGrp="1"/>
          </p:cNvSpPr>
          <p:nvPr>
            <p:ph idx="1"/>
          </p:nvPr>
        </p:nvSpPr>
        <p:spPr/>
        <p:txBody>
          <a:bodyPr/>
          <a:lstStyle/>
          <a:p>
            <a:r>
              <a:rPr lang="pl-PL" dirty="0">
                <a:effectLst/>
              </a:rPr>
              <a:t>Wprowadzenie nazwy powoduje wysłanie do serwera DNS zapytania o adres IP, natomiast wprowadzenia adresu IP wysyła zapytanie o nazwę. Poprawne wykonanie obu zapytań pozwala na przetestowanie obu stref wyszukiwania. Program zakończono poleceniem</a:t>
            </a:r>
            <a:r>
              <a:rPr lang="pl-PL" b="1" dirty="0">
                <a:effectLst/>
              </a:rPr>
              <a:t> </a:t>
            </a:r>
            <a:r>
              <a:rPr lang="pl-PL" b="1" dirty="0" err="1">
                <a:effectLst/>
              </a:rPr>
              <a:t>exit</a:t>
            </a:r>
            <a:r>
              <a:rPr lang="pl-PL" b="1" dirty="0">
                <a:effectLst/>
              </a:rPr>
              <a:t>. </a:t>
            </a:r>
            <a:endParaRPr lang="pl-PL" dirty="0">
              <a:effectLst/>
            </a:endParaRPr>
          </a:p>
          <a:p>
            <a:endParaRPr lang="pl-PL" dirty="0"/>
          </a:p>
        </p:txBody>
      </p:sp>
    </p:spTree>
    <p:extLst>
      <p:ext uri="{BB962C8B-B14F-4D97-AF65-F5344CB8AC3E}">
        <p14:creationId xmlns:p14="http://schemas.microsoft.com/office/powerpoint/2010/main" xmlns="" val="14888644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 xmlns:a16="http://schemas.microsoft.com/office/drawing/2014/main" id="{C3339168-DD0D-4E51-8DFB-0D3A32D1148C}"/>
              </a:ext>
            </a:extLst>
          </p:cNvPr>
          <p:cNvSpPr>
            <a:spLocks noGrp="1"/>
          </p:cNvSpPr>
          <p:nvPr>
            <p:ph type="title"/>
          </p:nvPr>
        </p:nvSpPr>
        <p:spPr/>
        <p:txBody>
          <a:bodyPr/>
          <a:lstStyle/>
          <a:p>
            <a:r>
              <a:rPr lang="pl-PL" dirty="0" err="1"/>
              <a:t>nslookup</a:t>
            </a:r>
            <a:r>
              <a:rPr lang="pl-PL" dirty="0"/>
              <a:t> tryb interaktywny</a:t>
            </a:r>
          </a:p>
        </p:txBody>
      </p:sp>
      <p:pic>
        <p:nvPicPr>
          <p:cNvPr id="4" name="Symbol zastępczy zawartości 3">
            <a:extLst>
              <a:ext uri="{FF2B5EF4-FFF2-40B4-BE49-F238E27FC236}">
                <a16:creationId xmlns="" xmlns:a16="http://schemas.microsoft.com/office/drawing/2014/main" id="{B6C9BD0E-C2A7-4DEE-AC7D-616CA88E7C75}"/>
              </a:ext>
            </a:extLst>
          </p:cNvPr>
          <p:cNvPicPr>
            <a:picLocks noGrp="1" noChangeAspect="1"/>
          </p:cNvPicPr>
          <p:nvPr>
            <p:ph idx="1"/>
          </p:nvPr>
        </p:nvPicPr>
        <p:blipFill>
          <a:blip r:embed="rId2" cstate="print"/>
          <a:stretch>
            <a:fillRect/>
          </a:stretch>
        </p:blipFill>
        <p:spPr>
          <a:xfrm>
            <a:off x="899592" y="1084063"/>
            <a:ext cx="7344816" cy="5569352"/>
          </a:xfrm>
          <a:prstGeom prst="rect">
            <a:avLst/>
          </a:prstGeom>
        </p:spPr>
      </p:pic>
    </p:spTree>
    <p:extLst>
      <p:ext uri="{BB962C8B-B14F-4D97-AF65-F5344CB8AC3E}">
        <p14:creationId xmlns:p14="http://schemas.microsoft.com/office/powerpoint/2010/main" xmlns="" val="815245107"/>
      </p:ext>
    </p:extLst>
  </p:cSld>
  <p:clrMapOvr>
    <a:masterClrMapping/>
  </p:clrMapOvr>
</p:sld>
</file>

<file path=ppt/theme/theme1.xml><?xml version="1.0" encoding="utf-8"?>
<a:theme xmlns:a="http://schemas.openxmlformats.org/drawingml/2006/main" name="Niebieska przekątna">
  <a:themeElements>
    <a:clrScheme name="Niebieska przekątna 1">
      <a:dk1>
        <a:srgbClr val="000000"/>
      </a:dk1>
      <a:lt1>
        <a:srgbClr val="FFFFFF"/>
      </a:lt1>
      <a:dk2>
        <a:srgbClr val="0066FF"/>
      </a:dk2>
      <a:lt2>
        <a:srgbClr val="FFFF00"/>
      </a:lt2>
      <a:accent1>
        <a:srgbClr val="00CCCC"/>
      </a:accent1>
      <a:accent2>
        <a:srgbClr val="FF33CC"/>
      </a:accent2>
      <a:accent3>
        <a:srgbClr val="AAB8FF"/>
      </a:accent3>
      <a:accent4>
        <a:srgbClr val="DADADA"/>
      </a:accent4>
      <a:accent5>
        <a:srgbClr val="AAE2E2"/>
      </a:accent5>
      <a:accent6>
        <a:srgbClr val="E72DB9"/>
      </a:accent6>
      <a:hlink>
        <a:srgbClr val="FF4568"/>
      </a:hlink>
      <a:folHlink>
        <a:srgbClr val="CCECFF"/>
      </a:folHlink>
    </a:clrScheme>
    <a:fontScheme name="Niebieska przekątna">
      <a:majorFont>
        <a:latin typeface="Times New Roman"/>
        <a:ea typeface=""/>
        <a:cs typeface="Times New Roman"/>
      </a:majorFont>
      <a:minorFont>
        <a:latin typeface="Times New Roman"/>
        <a:ea typeface=""/>
        <a:cs typeface="Times New Roman"/>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cs typeface="Times New Roman"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charset="0"/>
            <a:cs typeface="Times New Roman" charset="0"/>
          </a:defRPr>
        </a:defPPr>
      </a:lstStyle>
    </a:lnDef>
  </a:objectDefaults>
  <a:extraClrSchemeLst>
    <a:extraClrScheme>
      <a:clrScheme name="Niebieska przekątna 1">
        <a:dk1>
          <a:srgbClr val="000000"/>
        </a:dk1>
        <a:lt1>
          <a:srgbClr val="FFFFFF"/>
        </a:lt1>
        <a:dk2>
          <a:srgbClr val="0066FF"/>
        </a:dk2>
        <a:lt2>
          <a:srgbClr val="FFFF00"/>
        </a:lt2>
        <a:accent1>
          <a:srgbClr val="00CCCC"/>
        </a:accent1>
        <a:accent2>
          <a:srgbClr val="FF33CC"/>
        </a:accent2>
        <a:accent3>
          <a:srgbClr val="AAB8FF"/>
        </a:accent3>
        <a:accent4>
          <a:srgbClr val="DADADA"/>
        </a:accent4>
        <a:accent5>
          <a:srgbClr val="AAE2E2"/>
        </a:accent5>
        <a:accent6>
          <a:srgbClr val="E72DB9"/>
        </a:accent6>
        <a:hlink>
          <a:srgbClr val="FF4568"/>
        </a:hlink>
        <a:folHlink>
          <a:srgbClr val="CCECFF"/>
        </a:folHlink>
      </a:clrScheme>
      <a:clrMap bg1="dk2" tx1="lt1" bg2="dk1" tx2="lt2" accent1="accent1" accent2="accent2" accent3="accent3" accent4="accent4" accent5="accent5" accent6="accent6" hlink="hlink" folHlink="folHlink"/>
    </a:extraClrScheme>
    <a:extraClrScheme>
      <a:clrScheme name="Niebieska przekątna 2">
        <a:dk1>
          <a:srgbClr val="000000"/>
        </a:dk1>
        <a:lt1>
          <a:srgbClr val="9999FF"/>
        </a:lt1>
        <a:dk2>
          <a:srgbClr val="6600FF"/>
        </a:dk2>
        <a:lt2>
          <a:srgbClr val="FFFFFF"/>
        </a:lt2>
        <a:accent1>
          <a:srgbClr val="CCCCFF"/>
        </a:accent1>
        <a:accent2>
          <a:srgbClr val="FF99FF"/>
        </a:accent2>
        <a:accent3>
          <a:srgbClr val="CACAFF"/>
        </a:accent3>
        <a:accent4>
          <a:srgbClr val="000000"/>
        </a:accent4>
        <a:accent5>
          <a:srgbClr val="E2E2FF"/>
        </a:accent5>
        <a:accent6>
          <a:srgbClr val="E78AE7"/>
        </a:accent6>
        <a:hlink>
          <a:srgbClr val="00CC66"/>
        </a:hlink>
        <a:folHlink>
          <a:srgbClr val="CCECFF"/>
        </a:folHlink>
      </a:clrScheme>
      <a:clrMap bg1="lt1" tx1="dk1" bg2="lt2" tx2="dk2" accent1="accent1" accent2="accent2" accent3="accent3" accent4="accent4" accent5="accent5" accent6="accent6" hlink="hlink" folHlink="folHlink"/>
    </a:extraClrScheme>
    <a:extraClrScheme>
      <a:clrScheme name="Niebieska przekątna 3">
        <a:dk1>
          <a:srgbClr val="000000"/>
        </a:dk1>
        <a:lt1>
          <a:srgbClr val="FFFFFF"/>
        </a:lt1>
        <a:dk2>
          <a:srgbClr val="000000"/>
        </a:dk2>
        <a:lt2>
          <a:srgbClr val="CBCBCB"/>
        </a:lt2>
        <a:accent1>
          <a:srgbClr val="DDDDDD"/>
        </a:accent1>
        <a:accent2>
          <a:srgbClr val="B2B2B2"/>
        </a:accent2>
        <a:accent3>
          <a:srgbClr val="FFFFFF"/>
        </a:accent3>
        <a:accent4>
          <a:srgbClr val="000000"/>
        </a:accent4>
        <a:accent5>
          <a:srgbClr val="EBEBEB"/>
        </a:accent5>
        <a:accent6>
          <a:srgbClr val="A1A1A1"/>
        </a:accent6>
        <a:hlink>
          <a:srgbClr val="4D4D4D"/>
        </a:hlink>
        <a:folHlink>
          <a:srgbClr val="777777"/>
        </a:folHlink>
      </a:clrScheme>
      <a:clrMap bg1="lt1" tx1="dk1" bg2="lt2" tx2="dk2" accent1="accent1" accent2="accent2" accent3="accent3" accent4="accent4" accent5="accent5" accent6="accent6" hlink="hlink" folHlink="folHlink"/>
    </a:extraClrScheme>
    <a:extraClrScheme>
      <a:clrScheme name="Niebieska przekątna 4">
        <a:dk1>
          <a:srgbClr val="000000"/>
        </a:dk1>
        <a:lt1>
          <a:srgbClr val="FFFFFF"/>
        </a:lt1>
        <a:dk2>
          <a:srgbClr val="990066"/>
        </a:dk2>
        <a:lt2>
          <a:srgbClr val="FFFF00"/>
        </a:lt2>
        <a:accent1>
          <a:srgbClr val="996633"/>
        </a:accent1>
        <a:accent2>
          <a:srgbClr val="CC6600"/>
        </a:accent2>
        <a:accent3>
          <a:srgbClr val="CAAAB8"/>
        </a:accent3>
        <a:accent4>
          <a:srgbClr val="DADADA"/>
        </a:accent4>
        <a:accent5>
          <a:srgbClr val="CAB8AD"/>
        </a:accent5>
        <a:accent6>
          <a:srgbClr val="B95C00"/>
        </a:accent6>
        <a:hlink>
          <a:srgbClr val="999933"/>
        </a:hlink>
        <a:folHlink>
          <a:srgbClr val="CCCCFF"/>
        </a:folHlink>
      </a:clrScheme>
      <a:clrMap bg1="dk2" tx1="lt1" bg2="dk1" tx2="lt2" accent1="accent1" accent2="accent2" accent3="accent3" accent4="accent4" accent5="accent5" accent6="accent6" hlink="hlink" folHlink="folHlink"/>
    </a:extraClrScheme>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F32A2B355C6B8A4D84520E3262EC8049" ma:contentTypeVersion="7" ma:contentTypeDescription="Utwórz nowy dokument." ma:contentTypeScope="" ma:versionID="c47ec2cc2a9cb8bf3fa395600961ab92">
  <xsd:schema xmlns:xsd="http://www.w3.org/2001/XMLSchema" xmlns:xs="http://www.w3.org/2001/XMLSchema" xmlns:p="http://schemas.microsoft.com/office/2006/metadata/properties" xmlns:ns2="f0b31ec8-ee46-4d99-bef6-3e1a53b9c97b" targetNamespace="http://schemas.microsoft.com/office/2006/metadata/properties" ma:root="true" ma:fieldsID="7725e015b5ceb41bfe4f1268f1de4982" ns2:_="">
    <xsd:import namespace="f0b31ec8-ee46-4d99-bef6-3e1a53b9c97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b31ec8-ee46-4d99-bef6-3e1a53b9c9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69918A1-A72B-45A7-AAB1-7DF0677BC141}"/>
</file>

<file path=customXml/itemProps2.xml><?xml version="1.0" encoding="utf-8"?>
<ds:datastoreItem xmlns:ds="http://schemas.openxmlformats.org/officeDocument/2006/customXml" ds:itemID="{A8025735-BA17-4842-A911-59BB91355D1B}"/>
</file>

<file path=customXml/itemProps3.xml><?xml version="1.0" encoding="utf-8"?>
<ds:datastoreItem xmlns:ds="http://schemas.openxmlformats.org/officeDocument/2006/customXml" ds:itemID="{B05995EA-893C-45AB-908C-0FEDE05E458C}"/>
</file>

<file path=docProps/app.xml><?xml version="1.0" encoding="utf-8"?>
<Properties xmlns="http://schemas.openxmlformats.org/officeDocument/2006/extended-properties" xmlns:vt="http://schemas.openxmlformats.org/officeDocument/2006/docPropsVTypes">
  <Template>C:\Program Files (x86)\Microsoft Office\Templates\Presentation Designs\Niebieska przekątna.pot</Template>
  <TotalTime>1554</TotalTime>
  <Words>1645</Words>
  <Application>Microsoft Office PowerPoint</Application>
  <PresentationFormat>Pokaz na ekranie (4:3)</PresentationFormat>
  <Paragraphs>84</Paragraphs>
  <Slides>39</Slides>
  <Notes>0</Notes>
  <HiddenSlides>0</HiddenSlides>
  <MMClips>0</MMClips>
  <ScaleCrop>false</ScaleCrop>
  <HeadingPairs>
    <vt:vector size="4" baseType="variant">
      <vt:variant>
        <vt:lpstr>Motyw</vt:lpstr>
      </vt:variant>
      <vt:variant>
        <vt:i4>1</vt:i4>
      </vt:variant>
      <vt:variant>
        <vt:lpstr>Tytuły slajdów</vt:lpstr>
      </vt:variant>
      <vt:variant>
        <vt:i4>39</vt:i4>
      </vt:variant>
    </vt:vector>
  </HeadingPairs>
  <TitlesOfParts>
    <vt:vector size="40" baseType="lpstr">
      <vt:lpstr>Niebieska przekątna</vt:lpstr>
      <vt:lpstr>Usługa DNS na serwerze linuksowym BIND</vt:lpstr>
      <vt:lpstr>Slajd 2</vt:lpstr>
      <vt:lpstr>Slajd 3</vt:lpstr>
      <vt:lpstr>Slajd 4</vt:lpstr>
      <vt:lpstr>Slajd 5</vt:lpstr>
      <vt:lpstr>Slajd 6</vt:lpstr>
      <vt:lpstr>Slajd 7</vt:lpstr>
      <vt:lpstr>Slajd 8</vt:lpstr>
      <vt:lpstr>BIND</vt:lpstr>
      <vt:lpstr>Slajd 10</vt:lpstr>
      <vt:lpstr>Konfigurowanie i testowanie buforującego serwera nazw</vt:lpstr>
      <vt:lpstr>Slajd 12</vt:lpstr>
      <vt:lpstr>Slajd 13</vt:lpstr>
      <vt:lpstr>Slajd 14</vt:lpstr>
      <vt:lpstr>Slajd 15</vt:lpstr>
      <vt:lpstr>Slajd 16</vt:lpstr>
      <vt:lpstr>Slajd 17</vt:lpstr>
      <vt:lpstr>Slajd 18</vt:lpstr>
      <vt:lpstr>Konfigurowanie podstawowego serwera nazw</vt:lpstr>
      <vt:lpstr>Slajd 20</vt:lpstr>
      <vt:lpstr>Slajd 21</vt:lpstr>
      <vt:lpstr>Slajd 22</vt:lpstr>
      <vt:lpstr>Slajd 23</vt:lpstr>
      <vt:lpstr>Slajd 24</vt:lpstr>
      <vt:lpstr>Strefa przeszukiwania do tyłu</vt:lpstr>
      <vt:lpstr>Strefa  do przodu</vt:lpstr>
      <vt:lpstr>Slajd 27</vt:lpstr>
      <vt:lpstr>Slajd 28</vt:lpstr>
      <vt:lpstr>Strefa przeszukiwania wstecz</vt:lpstr>
      <vt:lpstr>Plik konfiguracji stref przeszukiwania</vt:lpstr>
      <vt:lpstr>Slajd 31</vt:lpstr>
      <vt:lpstr>Slajd 32</vt:lpstr>
      <vt:lpstr>Przykład działania nslookup</vt:lpstr>
      <vt:lpstr>Konfigurowanie zapasowego serwera nazw</vt:lpstr>
      <vt:lpstr>Slajd 35</vt:lpstr>
      <vt:lpstr>Slajd 36</vt:lpstr>
      <vt:lpstr>Slajd 37</vt:lpstr>
      <vt:lpstr>Slajd 38</vt:lpstr>
      <vt:lpstr>nslookup tryb interaktywny</vt:lpstr>
    </vt:vector>
  </TitlesOfParts>
  <Company>PHOENIX FOUNDATION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dc:title>
  <dc:creator>Mac Gyver</dc:creator>
  <cp:lastModifiedBy>Nauczyciel</cp:lastModifiedBy>
  <cp:revision>199</cp:revision>
  <cp:lastPrinted>1601-01-01T00:00:00Z</cp:lastPrinted>
  <dcterms:created xsi:type="dcterms:W3CDTF">2012-09-06T16:18:41Z</dcterms:created>
  <dcterms:modified xsi:type="dcterms:W3CDTF">2021-11-26T09:16:27Z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0x010100F32A2B355C6B8A4D84520E3262EC8049</vt:lpwstr>
  </property>
</Properties>
</file>